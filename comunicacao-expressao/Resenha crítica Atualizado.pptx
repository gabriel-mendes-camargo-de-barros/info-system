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3" r:id="rId6"/>
    <p:sldId id="261" r:id="rId7"/>
    <p:sldId id="262" r:id="rId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8B7972-66A1-4BBE-9C72-CF96AFE2ED1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915B904-A54C-4A67-A9E8-D6BD30401CF8}">
      <dgm:prSet custT="1"/>
      <dgm:spPr/>
      <dgm:t>
        <a:bodyPr/>
        <a:lstStyle/>
        <a:p>
          <a:pPr algn="just"/>
          <a:r>
            <a:rPr lang="pt-BR" sz="2400" b="1" dirty="0"/>
            <a:t>Resumo: </a:t>
          </a:r>
          <a:r>
            <a:rPr lang="pt-BR" sz="2400" dirty="0"/>
            <a:t>síntese do conteúdo de um texto a partir de seleção de informações relevantes;</a:t>
          </a:r>
          <a:endParaRPr lang="en-US" sz="2400" dirty="0"/>
        </a:p>
      </dgm:t>
    </dgm:pt>
    <dgm:pt modelId="{D5384AF2-0ADE-4A40-9987-1AF9BAC91A7B}" type="parTrans" cxnId="{310C7755-C865-4647-9833-894A745A1E27}">
      <dgm:prSet/>
      <dgm:spPr/>
      <dgm:t>
        <a:bodyPr/>
        <a:lstStyle/>
        <a:p>
          <a:endParaRPr lang="en-US"/>
        </a:p>
      </dgm:t>
    </dgm:pt>
    <dgm:pt modelId="{0A67E446-E485-4B9F-959B-4C94CC0DADAB}" type="sibTrans" cxnId="{310C7755-C865-4647-9833-894A745A1E27}">
      <dgm:prSet/>
      <dgm:spPr/>
      <dgm:t>
        <a:bodyPr/>
        <a:lstStyle/>
        <a:p>
          <a:endParaRPr lang="en-US"/>
        </a:p>
      </dgm:t>
    </dgm:pt>
    <dgm:pt modelId="{0479CD98-B293-4A5B-B26C-A95F71A727AF}">
      <dgm:prSet custT="1"/>
      <dgm:spPr/>
      <dgm:t>
        <a:bodyPr/>
        <a:lstStyle/>
        <a:p>
          <a:r>
            <a:rPr lang="pt-BR" sz="1600" b="1" dirty="0"/>
            <a:t>Resenha:</a:t>
          </a:r>
          <a:r>
            <a:rPr lang="pt-BR" sz="1600" dirty="0"/>
            <a:t> tem o resumo como ponto de partida, mas  alcança a avaliação, a crítica, podendo estabelecer relações com outras fontes; além disso, pode-se dizer que depende da interpretação e apreciação do leitor/produtor da resenha;</a:t>
          </a:r>
          <a:endParaRPr lang="en-US" sz="1600" dirty="0"/>
        </a:p>
      </dgm:t>
    </dgm:pt>
    <dgm:pt modelId="{8527EE7B-747B-4A8C-94F8-5BF76543CAD5}" type="parTrans" cxnId="{8A37F3FA-4BC0-4E83-B8D9-16E6C814D96D}">
      <dgm:prSet/>
      <dgm:spPr/>
      <dgm:t>
        <a:bodyPr/>
        <a:lstStyle/>
        <a:p>
          <a:endParaRPr lang="en-US"/>
        </a:p>
      </dgm:t>
    </dgm:pt>
    <dgm:pt modelId="{1E9EDBBC-7202-408B-BC5C-8F1FF0FC6CE3}" type="sibTrans" cxnId="{8A37F3FA-4BC0-4E83-B8D9-16E6C814D96D}">
      <dgm:prSet/>
      <dgm:spPr/>
      <dgm:t>
        <a:bodyPr/>
        <a:lstStyle/>
        <a:p>
          <a:endParaRPr lang="en-US"/>
        </a:p>
      </dgm:t>
    </dgm:pt>
    <dgm:pt modelId="{5C8E0149-00BF-4A37-8D5A-8BF2BCBA20DE}" type="pres">
      <dgm:prSet presAssocID="{248B7972-66A1-4BBE-9C72-CF96AFE2ED18}" presName="root" presStyleCnt="0">
        <dgm:presLayoutVars>
          <dgm:dir/>
          <dgm:resizeHandles val="exact"/>
        </dgm:presLayoutVars>
      </dgm:prSet>
      <dgm:spPr/>
    </dgm:pt>
    <dgm:pt modelId="{A39B10DC-1D9A-4B62-B0E7-FC6DFF4EB9B5}" type="pres">
      <dgm:prSet presAssocID="{5915B904-A54C-4A67-A9E8-D6BD30401CF8}" presName="compNode" presStyleCnt="0"/>
      <dgm:spPr/>
    </dgm:pt>
    <dgm:pt modelId="{20FB9B0B-E849-4520-9354-5105781774B7}" type="pres">
      <dgm:prSet presAssocID="{5915B904-A54C-4A67-A9E8-D6BD30401CF8}" presName="bgRect" presStyleLbl="bgShp" presStyleIdx="0" presStyleCnt="2"/>
      <dgm:spPr/>
    </dgm:pt>
    <dgm:pt modelId="{7645B385-0B45-4CD7-B0AB-9F08E918B4B1}" type="pres">
      <dgm:prSet presAssocID="{5915B904-A54C-4A67-A9E8-D6BD30401CF8}" presName="iconRect" presStyleLbl="node1" presStyleIdx="0" presStyleCnt="2" custScaleY="10009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otes"/>
        </a:ext>
      </dgm:extLst>
    </dgm:pt>
    <dgm:pt modelId="{4C1A2614-E5E2-4F43-A798-231A931EDACB}" type="pres">
      <dgm:prSet presAssocID="{5915B904-A54C-4A67-A9E8-D6BD30401CF8}" presName="spaceRect" presStyleCnt="0"/>
      <dgm:spPr/>
    </dgm:pt>
    <dgm:pt modelId="{F18DB1E4-169A-49A9-9BBA-95BF9852117B}" type="pres">
      <dgm:prSet presAssocID="{5915B904-A54C-4A67-A9E8-D6BD30401CF8}" presName="parTx" presStyleLbl="revTx" presStyleIdx="0" presStyleCnt="2" custScaleX="107806">
        <dgm:presLayoutVars>
          <dgm:chMax val="0"/>
          <dgm:chPref val="0"/>
        </dgm:presLayoutVars>
      </dgm:prSet>
      <dgm:spPr/>
    </dgm:pt>
    <dgm:pt modelId="{D83A7FD3-ECDD-4DFD-AB81-EF3E069F6D9E}" type="pres">
      <dgm:prSet presAssocID="{0A67E446-E485-4B9F-959B-4C94CC0DADAB}" presName="sibTrans" presStyleCnt="0"/>
      <dgm:spPr/>
    </dgm:pt>
    <dgm:pt modelId="{E34D466F-3ABF-4BF7-B42B-31A1858F1121}" type="pres">
      <dgm:prSet presAssocID="{0479CD98-B293-4A5B-B26C-A95F71A727AF}" presName="compNode" presStyleCnt="0"/>
      <dgm:spPr/>
    </dgm:pt>
    <dgm:pt modelId="{B6F40661-2EB2-42AF-92CA-78053A0F2626}" type="pres">
      <dgm:prSet presAssocID="{0479CD98-B293-4A5B-B26C-A95F71A727AF}" presName="bgRect" presStyleLbl="bgShp" presStyleIdx="1" presStyleCnt="2"/>
      <dgm:spPr/>
    </dgm:pt>
    <dgm:pt modelId="{09F14ABD-AFAC-4F28-BCCA-98B5901033F1}" type="pres">
      <dgm:prSet presAssocID="{0479CD98-B293-4A5B-B26C-A95F71A727AF}" presName="iconRect" presStyleLbl="node1" presStyleIdx="1" presStyleCnt="2" custLinFactNeighborX="-2370" custLinFactNeighborY="-889"/>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Checklist"/>
        </a:ext>
      </dgm:extLst>
    </dgm:pt>
    <dgm:pt modelId="{C886CC37-4A0C-4F40-8E27-8930D88740C7}" type="pres">
      <dgm:prSet presAssocID="{0479CD98-B293-4A5B-B26C-A95F71A727AF}" presName="spaceRect" presStyleCnt="0"/>
      <dgm:spPr/>
    </dgm:pt>
    <dgm:pt modelId="{EEBEF63C-0B29-4777-A66A-9C9670A0680C}" type="pres">
      <dgm:prSet presAssocID="{0479CD98-B293-4A5B-B26C-A95F71A727AF}" presName="parTx" presStyleLbl="revTx" presStyleIdx="1" presStyleCnt="2">
        <dgm:presLayoutVars>
          <dgm:chMax val="0"/>
          <dgm:chPref val="0"/>
        </dgm:presLayoutVars>
      </dgm:prSet>
      <dgm:spPr/>
    </dgm:pt>
  </dgm:ptLst>
  <dgm:cxnLst>
    <dgm:cxn modelId="{BB5E5970-9F51-438A-9D48-9738BA485BB0}" type="presOf" srcId="{0479CD98-B293-4A5B-B26C-A95F71A727AF}" destId="{EEBEF63C-0B29-4777-A66A-9C9670A0680C}" srcOrd="0" destOrd="0" presId="urn:microsoft.com/office/officeart/2018/2/layout/IconVerticalSolidList"/>
    <dgm:cxn modelId="{310C7755-C865-4647-9833-894A745A1E27}" srcId="{248B7972-66A1-4BBE-9C72-CF96AFE2ED18}" destId="{5915B904-A54C-4A67-A9E8-D6BD30401CF8}" srcOrd="0" destOrd="0" parTransId="{D5384AF2-0ADE-4A40-9987-1AF9BAC91A7B}" sibTransId="{0A67E446-E485-4B9F-959B-4C94CC0DADAB}"/>
    <dgm:cxn modelId="{4F104982-12F7-4B98-8A77-39AD04D41E75}" type="presOf" srcId="{5915B904-A54C-4A67-A9E8-D6BD30401CF8}" destId="{F18DB1E4-169A-49A9-9BBA-95BF9852117B}" srcOrd="0" destOrd="0" presId="urn:microsoft.com/office/officeart/2018/2/layout/IconVerticalSolidList"/>
    <dgm:cxn modelId="{9BD114AD-9AB4-4E7D-B830-05B8E63C73B0}" type="presOf" srcId="{248B7972-66A1-4BBE-9C72-CF96AFE2ED18}" destId="{5C8E0149-00BF-4A37-8D5A-8BF2BCBA20DE}" srcOrd="0" destOrd="0" presId="urn:microsoft.com/office/officeart/2018/2/layout/IconVerticalSolidList"/>
    <dgm:cxn modelId="{8A37F3FA-4BC0-4E83-B8D9-16E6C814D96D}" srcId="{248B7972-66A1-4BBE-9C72-CF96AFE2ED18}" destId="{0479CD98-B293-4A5B-B26C-A95F71A727AF}" srcOrd="1" destOrd="0" parTransId="{8527EE7B-747B-4A8C-94F8-5BF76543CAD5}" sibTransId="{1E9EDBBC-7202-408B-BC5C-8F1FF0FC6CE3}"/>
    <dgm:cxn modelId="{98E95C91-C947-450C-8360-7FE7B5E45CDE}" type="presParOf" srcId="{5C8E0149-00BF-4A37-8D5A-8BF2BCBA20DE}" destId="{A39B10DC-1D9A-4B62-B0E7-FC6DFF4EB9B5}" srcOrd="0" destOrd="0" presId="urn:microsoft.com/office/officeart/2018/2/layout/IconVerticalSolidList"/>
    <dgm:cxn modelId="{789BE296-23CD-449A-89F7-4D1E0B4616F6}" type="presParOf" srcId="{A39B10DC-1D9A-4B62-B0E7-FC6DFF4EB9B5}" destId="{20FB9B0B-E849-4520-9354-5105781774B7}" srcOrd="0" destOrd="0" presId="urn:microsoft.com/office/officeart/2018/2/layout/IconVerticalSolidList"/>
    <dgm:cxn modelId="{966A82BE-F9FA-44DA-B942-81C2F897AB6F}" type="presParOf" srcId="{A39B10DC-1D9A-4B62-B0E7-FC6DFF4EB9B5}" destId="{7645B385-0B45-4CD7-B0AB-9F08E918B4B1}" srcOrd="1" destOrd="0" presId="urn:microsoft.com/office/officeart/2018/2/layout/IconVerticalSolidList"/>
    <dgm:cxn modelId="{984D62F3-8138-48DA-B6D1-34F1AFCF8DD3}" type="presParOf" srcId="{A39B10DC-1D9A-4B62-B0E7-FC6DFF4EB9B5}" destId="{4C1A2614-E5E2-4F43-A798-231A931EDACB}" srcOrd="2" destOrd="0" presId="urn:microsoft.com/office/officeart/2018/2/layout/IconVerticalSolidList"/>
    <dgm:cxn modelId="{FF51496D-6DA3-460A-B2F3-6F44546D9731}" type="presParOf" srcId="{A39B10DC-1D9A-4B62-B0E7-FC6DFF4EB9B5}" destId="{F18DB1E4-169A-49A9-9BBA-95BF9852117B}" srcOrd="3" destOrd="0" presId="urn:microsoft.com/office/officeart/2018/2/layout/IconVerticalSolidList"/>
    <dgm:cxn modelId="{DCBC00F2-366B-49A7-9BDC-0D2A3C990D87}" type="presParOf" srcId="{5C8E0149-00BF-4A37-8D5A-8BF2BCBA20DE}" destId="{D83A7FD3-ECDD-4DFD-AB81-EF3E069F6D9E}" srcOrd="1" destOrd="0" presId="urn:microsoft.com/office/officeart/2018/2/layout/IconVerticalSolidList"/>
    <dgm:cxn modelId="{3805D909-430F-4817-A999-842B70DE8B32}" type="presParOf" srcId="{5C8E0149-00BF-4A37-8D5A-8BF2BCBA20DE}" destId="{E34D466F-3ABF-4BF7-B42B-31A1858F1121}" srcOrd="2" destOrd="0" presId="urn:microsoft.com/office/officeart/2018/2/layout/IconVerticalSolidList"/>
    <dgm:cxn modelId="{0BFC0F85-F925-447D-AAD9-00E1AFAEBBFC}" type="presParOf" srcId="{E34D466F-3ABF-4BF7-B42B-31A1858F1121}" destId="{B6F40661-2EB2-42AF-92CA-78053A0F2626}" srcOrd="0" destOrd="0" presId="urn:microsoft.com/office/officeart/2018/2/layout/IconVerticalSolidList"/>
    <dgm:cxn modelId="{59E84CDB-3DFB-46D3-8076-781215F87ADF}" type="presParOf" srcId="{E34D466F-3ABF-4BF7-B42B-31A1858F1121}" destId="{09F14ABD-AFAC-4F28-BCCA-98B5901033F1}" srcOrd="1" destOrd="0" presId="urn:microsoft.com/office/officeart/2018/2/layout/IconVerticalSolidList"/>
    <dgm:cxn modelId="{8ECD370C-3F95-4DE9-9959-3730B1EAF7F3}" type="presParOf" srcId="{E34D466F-3ABF-4BF7-B42B-31A1858F1121}" destId="{C886CC37-4A0C-4F40-8E27-8930D88740C7}" srcOrd="2" destOrd="0" presId="urn:microsoft.com/office/officeart/2018/2/layout/IconVerticalSolidList"/>
    <dgm:cxn modelId="{0B2CA86F-FD55-4E55-8102-C5E96C549955}" type="presParOf" srcId="{E34D466F-3ABF-4BF7-B42B-31A1858F1121}" destId="{EEBEF63C-0B29-4777-A66A-9C9670A0680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6D5414-C56E-4748-B0AC-90B853D7E72A}" type="doc">
      <dgm:prSet loTypeId="urn:microsoft.com/office/officeart/2005/8/layout/matrix3" loCatId="matrix" qsTypeId="urn:microsoft.com/office/officeart/2005/8/quickstyle/simple1" qsCatId="simple" csTypeId="urn:microsoft.com/office/officeart/2005/8/colors/colorful2" csCatId="colorful"/>
      <dgm:spPr/>
      <dgm:t>
        <a:bodyPr/>
        <a:lstStyle/>
        <a:p>
          <a:endParaRPr lang="en-US"/>
        </a:p>
      </dgm:t>
    </dgm:pt>
    <dgm:pt modelId="{DE6C1FF1-D628-44ED-B951-3C57ABCDD5DE}">
      <dgm:prSet/>
      <dgm:spPr/>
      <dgm:t>
        <a:bodyPr/>
        <a:lstStyle/>
        <a:p>
          <a:r>
            <a:rPr lang="pt-BR" dirty="0"/>
            <a:t>Está presente em jornais e revistas, blogs e,  normalmente volta-se para objetos culturais como filmes, shows, peças de teatro, exposições, livros, eventos;</a:t>
          </a:r>
          <a:endParaRPr lang="en-US" dirty="0"/>
        </a:p>
      </dgm:t>
    </dgm:pt>
    <dgm:pt modelId="{A3DD1CB9-C3E4-4287-A62F-BA61659FAA63}" type="parTrans" cxnId="{72BB1D3A-A9E1-4001-A75A-5F207885CD17}">
      <dgm:prSet/>
      <dgm:spPr/>
      <dgm:t>
        <a:bodyPr/>
        <a:lstStyle/>
        <a:p>
          <a:endParaRPr lang="en-US"/>
        </a:p>
      </dgm:t>
    </dgm:pt>
    <dgm:pt modelId="{AE543529-0B5C-4D7F-87AC-C44D873C62C0}" type="sibTrans" cxnId="{72BB1D3A-A9E1-4001-A75A-5F207885CD17}">
      <dgm:prSet/>
      <dgm:spPr/>
      <dgm:t>
        <a:bodyPr/>
        <a:lstStyle/>
        <a:p>
          <a:endParaRPr lang="en-US"/>
        </a:p>
      </dgm:t>
    </dgm:pt>
    <dgm:pt modelId="{1A33AFEA-C3E2-46C6-9B1A-C0322AC98AD1}">
      <dgm:prSet/>
      <dgm:spPr/>
      <dgm:t>
        <a:bodyPr/>
        <a:lstStyle/>
        <a:p>
          <a:r>
            <a:rPr lang="pt-BR"/>
            <a:t>Seleciona, resume informações e apresenta uma avaliação; </a:t>
          </a:r>
          <a:endParaRPr lang="en-US"/>
        </a:p>
      </dgm:t>
    </dgm:pt>
    <dgm:pt modelId="{3E0C41B5-9B13-4D86-84CC-058B03BDCD30}" type="parTrans" cxnId="{E126289F-6E2E-4FA6-8AA9-A805045D44BB}">
      <dgm:prSet/>
      <dgm:spPr/>
      <dgm:t>
        <a:bodyPr/>
        <a:lstStyle/>
        <a:p>
          <a:endParaRPr lang="en-US"/>
        </a:p>
      </dgm:t>
    </dgm:pt>
    <dgm:pt modelId="{7A0E2115-30BC-4472-A6D7-3A14367DD6C1}" type="sibTrans" cxnId="{E126289F-6E2E-4FA6-8AA9-A805045D44BB}">
      <dgm:prSet/>
      <dgm:spPr/>
      <dgm:t>
        <a:bodyPr/>
        <a:lstStyle/>
        <a:p>
          <a:endParaRPr lang="en-US"/>
        </a:p>
      </dgm:t>
    </dgm:pt>
    <dgm:pt modelId="{176A102C-EF25-42B6-826A-DB2BD83715CF}">
      <dgm:prSet/>
      <dgm:spPr/>
      <dgm:t>
        <a:bodyPr/>
        <a:lstStyle/>
        <a:p>
          <a:r>
            <a:rPr lang="pt-BR"/>
            <a:t>Apresenta linguagem acessível e busca comunicar-se com o leitor;</a:t>
          </a:r>
          <a:endParaRPr lang="en-US"/>
        </a:p>
      </dgm:t>
    </dgm:pt>
    <dgm:pt modelId="{433F433F-8F47-4BF3-86CE-A6DD3DF10BC2}" type="parTrans" cxnId="{8BD5D123-9317-4274-AF4C-D619CA86A096}">
      <dgm:prSet/>
      <dgm:spPr/>
      <dgm:t>
        <a:bodyPr/>
        <a:lstStyle/>
        <a:p>
          <a:endParaRPr lang="en-US"/>
        </a:p>
      </dgm:t>
    </dgm:pt>
    <dgm:pt modelId="{2C5D1165-E348-4DEC-8D3B-ED61BFD6945B}" type="sibTrans" cxnId="{8BD5D123-9317-4274-AF4C-D619CA86A096}">
      <dgm:prSet/>
      <dgm:spPr/>
      <dgm:t>
        <a:bodyPr/>
        <a:lstStyle/>
        <a:p>
          <a:endParaRPr lang="en-US"/>
        </a:p>
      </dgm:t>
    </dgm:pt>
    <dgm:pt modelId="{9D1DB7BE-8A0D-47DD-BEA3-E1809FEE7203}">
      <dgm:prSet/>
      <dgm:spPr/>
      <dgm:t>
        <a:bodyPr/>
        <a:lstStyle/>
        <a:p>
          <a:r>
            <a:rPr lang="es-ES_tradnl"/>
            <a:t>Caracteriza-se sempre, por conter informação e crítica avaliativas.</a:t>
          </a:r>
          <a:endParaRPr lang="en-US"/>
        </a:p>
      </dgm:t>
    </dgm:pt>
    <dgm:pt modelId="{737D7431-2A5E-4183-A111-BB0BD5DBE41A}" type="parTrans" cxnId="{982AE535-1859-4987-A0A1-7D9268F36451}">
      <dgm:prSet/>
      <dgm:spPr/>
      <dgm:t>
        <a:bodyPr/>
        <a:lstStyle/>
        <a:p>
          <a:endParaRPr lang="en-US"/>
        </a:p>
      </dgm:t>
    </dgm:pt>
    <dgm:pt modelId="{05AED497-5D9D-4104-8A1B-917405A228A5}" type="sibTrans" cxnId="{982AE535-1859-4987-A0A1-7D9268F36451}">
      <dgm:prSet/>
      <dgm:spPr/>
      <dgm:t>
        <a:bodyPr/>
        <a:lstStyle/>
        <a:p>
          <a:endParaRPr lang="en-US"/>
        </a:p>
      </dgm:t>
    </dgm:pt>
    <dgm:pt modelId="{1851C7BC-0D02-4B99-A88C-342FA89F0336}" type="pres">
      <dgm:prSet presAssocID="{9B6D5414-C56E-4748-B0AC-90B853D7E72A}" presName="matrix" presStyleCnt="0">
        <dgm:presLayoutVars>
          <dgm:chMax val="1"/>
          <dgm:dir/>
          <dgm:resizeHandles val="exact"/>
        </dgm:presLayoutVars>
      </dgm:prSet>
      <dgm:spPr/>
    </dgm:pt>
    <dgm:pt modelId="{92E7A723-C274-4E31-9973-ED38AAD5948C}" type="pres">
      <dgm:prSet presAssocID="{9B6D5414-C56E-4748-B0AC-90B853D7E72A}" presName="diamond" presStyleLbl="bgShp" presStyleIdx="0" presStyleCnt="1"/>
      <dgm:spPr/>
    </dgm:pt>
    <dgm:pt modelId="{E76D0532-2B22-458C-ADDF-79CAA2C52A51}" type="pres">
      <dgm:prSet presAssocID="{9B6D5414-C56E-4748-B0AC-90B853D7E72A}" presName="quad1" presStyleLbl="node1" presStyleIdx="0" presStyleCnt="4">
        <dgm:presLayoutVars>
          <dgm:chMax val="0"/>
          <dgm:chPref val="0"/>
          <dgm:bulletEnabled val="1"/>
        </dgm:presLayoutVars>
      </dgm:prSet>
      <dgm:spPr/>
    </dgm:pt>
    <dgm:pt modelId="{DF67E0BA-834D-4B19-8FB4-6D4C42D36FC5}" type="pres">
      <dgm:prSet presAssocID="{9B6D5414-C56E-4748-B0AC-90B853D7E72A}" presName="quad2" presStyleLbl="node1" presStyleIdx="1" presStyleCnt="4">
        <dgm:presLayoutVars>
          <dgm:chMax val="0"/>
          <dgm:chPref val="0"/>
          <dgm:bulletEnabled val="1"/>
        </dgm:presLayoutVars>
      </dgm:prSet>
      <dgm:spPr/>
    </dgm:pt>
    <dgm:pt modelId="{1CB33277-7B0E-4706-BF66-4F8D0222FFBE}" type="pres">
      <dgm:prSet presAssocID="{9B6D5414-C56E-4748-B0AC-90B853D7E72A}" presName="quad3" presStyleLbl="node1" presStyleIdx="2" presStyleCnt="4">
        <dgm:presLayoutVars>
          <dgm:chMax val="0"/>
          <dgm:chPref val="0"/>
          <dgm:bulletEnabled val="1"/>
        </dgm:presLayoutVars>
      </dgm:prSet>
      <dgm:spPr/>
    </dgm:pt>
    <dgm:pt modelId="{8E70F6B1-86AC-4122-B47F-536173BDABE1}" type="pres">
      <dgm:prSet presAssocID="{9B6D5414-C56E-4748-B0AC-90B853D7E72A}" presName="quad4" presStyleLbl="node1" presStyleIdx="3" presStyleCnt="4">
        <dgm:presLayoutVars>
          <dgm:chMax val="0"/>
          <dgm:chPref val="0"/>
          <dgm:bulletEnabled val="1"/>
        </dgm:presLayoutVars>
      </dgm:prSet>
      <dgm:spPr/>
    </dgm:pt>
  </dgm:ptLst>
  <dgm:cxnLst>
    <dgm:cxn modelId="{8BD5D123-9317-4274-AF4C-D619CA86A096}" srcId="{9B6D5414-C56E-4748-B0AC-90B853D7E72A}" destId="{176A102C-EF25-42B6-826A-DB2BD83715CF}" srcOrd="2" destOrd="0" parTransId="{433F433F-8F47-4BF3-86CE-A6DD3DF10BC2}" sibTransId="{2C5D1165-E348-4DEC-8D3B-ED61BFD6945B}"/>
    <dgm:cxn modelId="{982AE535-1859-4987-A0A1-7D9268F36451}" srcId="{9B6D5414-C56E-4748-B0AC-90B853D7E72A}" destId="{9D1DB7BE-8A0D-47DD-BEA3-E1809FEE7203}" srcOrd="3" destOrd="0" parTransId="{737D7431-2A5E-4183-A111-BB0BD5DBE41A}" sibTransId="{05AED497-5D9D-4104-8A1B-917405A228A5}"/>
    <dgm:cxn modelId="{72BB1D3A-A9E1-4001-A75A-5F207885CD17}" srcId="{9B6D5414-C56E-4748-B0AC-90B853D7E72A}" destId="{DE6C1FF1-D628-44ED-B951-3C57ABCDD5DE}" srcOrd="0" destOrd="0" parTransId="{A3DD1CB9-C3E4-4287-A62F-BA61659FAA63}" sibTransId="{AE543529-0B5C-4D7F-87AC-C44D873C62C0}"/>
    <dgm:cxn modelId="{5B06403C-42DB-4004-A43E-A6C3D45DBBCB}" type="presOf" srcId="{9B6D5414-C56E-4748-B0AC-90B853D7E72A}" destId="{1851C7BC-0D02-4B99-A88C-342FA89F0336}" srcOrd="0" destOrd="0" presId="urn:microsoft.com/office/officeart/2005/8/layout/matrix3"/>
    <dgm:cxn modelId="{DA65803E-92E8-40CD-A340-65C61E3264EA}" type="presOf" srcId="{1A33AFEA-C3E2-46C6-9B1A-C0322AC98AD1}" destId="{DF67E0BA-834D-4B19-8FB4-6D4C42D36FC5}" srcOrd="0" destOrd="0" presId="urn:microsoft.com/office/officeart/2005/8/layout/matrix3"/>
    <dgm:cxn modelId="{E126289F-6E2E-4FA6-8AA9-A805045D44BB}" srcId="{9B6D5414-C56E-4748-B0AC-90B853D7E72A}" destId="{1A33AFEA-C3E2-46C6-9B1A-C0322AC98AD1}" srcOrd="1" destOrd="0" parTransId="{3E0C41B5-9B13-4D86-84CC-058B03BDCD30}" sibTransId="{7A0E2115-30BC-4472-A6D7-3A14367DD6C1}"/>
    <dgm:cxn modelId="{5EAA49AB-CA50-4EA2-81D9-C13571301A1A}" type="presOf" srcId="{176A102C-EF25-42B6-826A-DB2BD83715CF}" destId="{1CB33277-7B0E-4706-BF66-4F8D0222FFBE}" srcOrd="0" destOrd="0" presId="urn:microsoft.com/office/officeart/2005/8/layout/matrix3"/>
    <dgm:cxn modelId="{28C119AC-C13E-4B32-82A0-E78623EB10BE}" type="presOf" srcId="{9D1DB7BE-8A0D-47DD-BEA3-E1809FEE7203}" destId="{8E70F6B1-86AC-4122-B47F-536173BDABE1}" srcOrd="0" destOrd="0" presId="urn:microsoft.com/office/officeart/2005/8/layout/matrix3"/>
    <dgm:cxn modelId="{C696A0FD-A075-447C-BFAE-76B1F08C0B1E}" type="presOf" srcId="{DE6C1FF1-D628-44ED-B951-3C57ABCDD5DE}" destId="{E76D0532-2B22-458C-ADDF-79CAA2C52A51}" srcOrd="0" destOrd="0" presId="urn:microsoft.com/office/officeart/2005/8/layout/matrix3"/>
    <dgm:cxn modelId="{7CCC1444-FE14-491B-B7B2-10D84758CAD8}" type="presParOf" srcId="{1851C7BC-0D02-4B99-A88C-342FA89F0336}" destId="{92E7A723-C274-4E31-9973-ED38AAD5948C}" srcOrd="0" destOrd="0" presId="urn:microsoft.com/office/officeart/2005/8/layout/matrix3"/>
    <dgm:cxn modelId="{7F6E6495-C2E8-4420-8CCB-F8138F4B5065}" type="presParOf" srcId="{1851C7BC-0D02-4B99-A88C-342FA89F0336}" destId="{E76D0532-2B22-458C-ADDF-79CAA2C52A51}" srcOrd="1" destOrd="0" presId="urn:microsoft.com/office/officeart/2005/8/layout/matrix3"/>
    <dgm:cxn modelId="{5F83DAC6-A0AA-4AD2-B2B4-5F6921FEA7ED}" type="presParOf" srcId="{1851C7BC-0D02-4B99-A88C-342FA89F0336}" destId="{DF67E0BA-834D-4B19-8FB4-6D4C42D36FC5}" srcOrd="2" destOrd="0" presId="urn:microsoft.com/office/officeart/2005/8/layout/matrix3"/>
    <dgm:cxn modelId="{5CE5ED59-82DD-47DD-8C94-01DDC1904833}" type="presParOf" srcId="{1851C7BC-0D02-4B99-A88C-342FA89F0336}" destId="{1CB33277-7B0E-4706-BF66-4F8D0222FFBE}" srcOrd="3" destOrd="0" presId="urn:microsoft.com/office/officeart/2005/8/layout/matrix3"/>
    <dgm:cxn modelId="{A4C68E6F-520E-4EE0-83CC-C5B49E0B2073}" type="presParOf" srcId="{1851C7BC-0D02-4B99-A88C-342FA89F0336}" destId="{8E70F6B1-86AC-4122-B47F-536173BDABE1}"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FB9B0B-E849-4520-9354-5105781774B7}">
      <dsp:nvSpPr>
        <dsp:cNvPr id="0" name=""/>
        <dsp:cNvSpPr/>
      </dsp:nvSpPr>
      <dsp:spPr>
        <a:xfrm>
          <a:off x="-85269" y="860949"/>
          <a:ext cx="6508080" cy="171583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45B385-0B45-4CD7-B0AB-9F08E918B4B1}">
      <dsp:nvSpPr>
        <dsp:cNvPr id="0" name=""/>
        <dsp:cNvSpPr/>
      </dsp:nvSpPr>
      <dsp:spPr>
        <a:xfrm>
          <a:off x="433769" y="1246549"/>
          <a:ext cx="945553" cy="9446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F18DB1E4-169A-49A9-9BBA-95BF9852117B}">
      <dsp:nvSpPr>
        <dsp:cNvPr id="0" name=""/>
        <dsp:cNvSpPr/>
      </dsp:nvSpPr>
      <dsp:spPr>
        <a:xfrm>
          <a:off x="1721999" y="860949"/>
          <a:ext cx="4871349" cy="17175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770" tIns="181770" rIns="181770" bIns="181770" numCol="1" spcCol="1270" anchor="ctr" anchorCtr="0">
          <a:noAutofit/>
        </a:bodyPr>
        <a:lstStyle/>
        <a:p>
          <a:pPr marL="0" lvl="0" indent="0" algn="just" defTabSz="1066800">
            <a:lnSpc>
              <a:spcPct val="90000"/>
            </a:lnSpc>
            <a:spcBef>
              <a:spcPct val="0"/>
            </a:spcBef>
            <a:spcAft>
              <a:spcPct val="35000"/>
            </a:spcAft>
            <a:buNone/>
          </a:pPr>
          <a:r>
            <a:rPr lang="pt-BR" sz="2400" b="1" kern="1200" dirty="0"/>
            <a:t>Resumo: </a:t>
          </a:r>
          <a:r>
            <a:rPr lang="pt-BR" sz="2400" kern="1200" dirty="0"/>
            <a:t>síntese do conteúdo de um texto a partir de seleção de informações relevantes;</a:t>
          </a:r>
          <a:endParaRPr lang="en-US" sz="2400" kern="1200" dirty="0"/>
        </a:p>
      </dsp:txBody>
      <dsp:txXfrm>
        <a:off x="1721999" y="860949"/>
        <a:ext cx="4871349" cy="1717508"/>
      </dsp:txXfrm>
    </dsp:sp>
    <dsp:sp modelId="{B6F40661-2EB2-42AF-92CA-78053A0F2626}">
      <dsp:nvSpPr>
        <dsp:cNvPr id="0" name=""/>
        <dsp:cNvSpPr/>
      </dsp:nvSpPr>
      <dsp:spPr>
        <a:xfrm>
          <a:off x="-85269" y="2994824"/>
          <a:ext cx="6508080" cy="171583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F14ABD-AFAC-4F28-BCCA-98B5901033F1}">
      <dsp:nvSpPr>
        <dsp:cNvPr id="0" name=""/>
        <dsp:cNvSpPr/>
      </dsp:nvSpPr>
      <dsp:spPr>
        <a:xfrm>
          <a:off x="411359" y="3372496"/>
          <a:ext cx="945553" cy="9437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EEBEF63C-0B29-4777-A66A-9C9670A0680C}">
      <dsp:nvSpPr>
        <dsp:cNvPr id="0" name=""/>
        <dsp:cNvSpPr/>
      </dsp:nvSpPr>
      <dsp:spPr>
        <a:xfrm>
          <a:off x="1898361" y="2994824"/>
          <a:ext cx="4518625" cy="17175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770" tIns="181770" rIns="181770" bIns="181770" numCol="1" spcCol="1270" anchor="ctr" anchorCtr="0">
          <a:noAutofit/>
        </a:bodyPr>
        <a:lstStyle/>
        <a:p>
          <a:pPr marL="0" lvl="0" indent="0" algn="l" defTabSz="711200">
            <a:lnSpc>
              <a:spcPct val="90000"/>
            </a:lnSpc>
            <a:spcBef>
              <a:spcPct val="0"/>
            </a:spcBef>
            <a:spcAft>
              <a:spcPct val="35000"/>
            </a:spcAft>
            <a:buNone/>
          </a:pPr>
          <a:r>
            <a:rPr lang="pt-BR" sz="1600" b="1" kern="1200" dirty="0"/>
            <a:t>Resenha:</a:t>
          </a:r>
          <a:r>
            <a:rPr lang="pt-BR" sz="1600" kern="1200" dirty="0"/>
            <a:t> tem o resumo como ponto de partida, mas  alcança a avaliação, a crítica, podendo estabelecer relações com outras fontes; além disso, pode-se dizer que depende da interpretação e apreciação do leitor/produtor da resenha;</a:t>
          </a:r>
          <a:endParaRPr lang="en-US" sz="1600" kern="1200" dirty="0"/>
        </a:p>
      </dsp:txBody>
      <dsp:txXfrm>
        <a:off x="1898361" y="2994824"/>
        <a:ext cx="4518625" cy="17175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E7A723-C274-4E31-9973-ED38AAD5948C}">
      <dsp:nvSpPr>
        <dsp:cNvPr id="0" name=""/>
        <dsp:cNvSpPr/>
      </dsp:nvSpPr>
      <dsp:spPr>
        <a:xfrm>
          <a:off x="521853" y="0"/>
          <a:ext cx="6520873" cy="6520873"/>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6D0532-2B22-458C-ADDF-79CAA2C52A51}">
      <dsp:nvSpPr>
        <dsp:cNvPr id="0" name=""/>
        <dsp:cNvSpPr/>
      </dsp:nvSpPr>
      <dsp:spPr>
        <a:xfrm>
          <a:off x="1141336" y="619482"/>
          <a:ext cx="2543140" cy="2543140"/>
        </a:xfrm>
        <a:prstGeom prst="roundRect">
          <a:avLst/>
        </a:prstGeom>
        <a:solidFill>
          <a:schemeClr val="accent2">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pt-BR" sz="1700" kern="1200" dirty="0"/>
            <a:t>Está presente em jornais e revistas, blogs e,  normalmente volta-se para objetos culturais como filmes, shows, peças de teatro, exposições, livros, eventos;</a:t>
          </a:r>
          <a:endParaRPr lang="en-US" sz="1700" kern="1200" dirty="0"/>
        </a:p>
      </dsp:txBody>
      <dsp:txXfrm>
        <a:off x="1265482" y="743628"/>
        <a:ext cx="2294848" cy="2294848"/>
      </dsp:txXfrm>
    </dsp:sp>
    <dsp:sp modelId="{DF67E0BA-834D-4B19-8FB4-6D4C42D36FC5}">
      <dsp:nvSpPr>
        <dsp:cNvPr id="0" name=""/>
        <dsp:cNvSpPr/>
      </dsp:nvSpPr>
      <dsp:spPr>
        <a:xfrm>
          <a:off x="3880103" y="619482"/>
          <a:ext cx="2543140" cy="2543140"/>
        </a:xfrm>
        <a:prstGeom prst="roundRect">
          <a:avLst/>
        </a:prstGeom>
        <a:solidFill>
          <a:schemeClr val="accent2">
            <a:hueOff val="-2532698"/>
            <a:satOff val="5609"/>
            <a:lumOff val="7712"/>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pt-BR" sz="1700" kern="1200"/>
            <a:t>Seleciona, resume informações e apresenta uma avaliação; </a:t>
          </a:r>
          <a:endParaRPr lang="en-US" sz="1700" kern="1200"/>
        </a:p>
      </dsp:txBody>
      <dsp:txXfrm>
        <a:off x="4004249" y="743628"/>
        <a:ext cx="2294848" cy="2294848"/>
      </dsp:txXfrm>
    </dsp:sp>
    <dsp:sp modelId="{1CB33277-7B0E-4706-BF66-4F8D0222FFBE}">
      <dsp:nvSpPr>
        <dsp:cNvPr id="0" name=""/>
        <dsp:cNvSpPr/>
      </dsp:nvSpPr>
      <dsp:spPr>
        <a:xfrm>
          <a:off x="1141336" y="3358249"/>
          <a:ext cx="2543140" cy="2543140"/>
        </a:xfrm>
        <a:prstGeom prst="roundRect">
          <a:avLst/>
        </a:prstGeom>
        <a:solidFill>
          <a:schemeClr val="accent2">
            <a:hueOff val="-5065396"/>
            <a:satOff val="11218"/>
            <a:lumOff val="15425"/>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pt-BR" sz="1700" kern="1200"/>
            <a:t>Apresenta linguagem acessível e busca comunicar-se com o leitor;</a:t>
          </a:r>
          <a:endParaRPr lang="en-US" sz="1700" kern="1200"/>
        </a:p>
      </dsp:txBody>
      <dsp:txXfrm>
        <a:off x="1265482" y="3482395"/>
        <a:ext cx="2294848" cy="2294848"/>
      </dsp:txXfrm>
    </dsp:sp>
    <dsp:sp modelId="{8E70F6B1-86AC-4122-B47F-536173BDABE1}">
      <dsp:nvSpPr>
        <dsp:cNvPr id="0" name=""/>
        <dsp:cNvSpPr/>
      </dsp:nvSpPr>
      <dsp:spPr>
        <a:xfrm>
          <a:off x="3880103" y="3358249"/>
          <a:ext cx="2543140" cy="2543140"/>
        </a:xfrm>
        <a:prstGeom prst="roundRect">
          <a:avLst/>
        </a:prstGeom>
        <a:solidFill>
          <a:schemeClr val="accent2">
            <a:hueOff val="-7598094"/>
            <a:satOff val="16827"/>
            <a:lumOff val="23137"/>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_tradnl" sz="1700" kern="1200"/>
            <a:t>Caracteriza-se sempre, por conter informação e crítica avaliativas.</a:t>
          </a:r>
          <a:endParaRPr lang="en-US" sz="1700" kern="1200"/>
        </a:p>
      </dsp:txBody>
      <dsp:txXfrm>
        <a:off x="4004249" y="3482395"/>
        <a:ext cx="2294848" cy="229484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pt-BR"/>
              <a:t>Clique para editar o título mestre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346E75C7-EB9E-4AB7-82BE-9A5920AD96C5}" type="datetimeFigureOut">
              <a:rPr lang="pt-BR" smtClean="0"/>
              <a:t>06/04/2021</a:t>
            </a:fld>
            <a:endParaRPr lang="pt-BR"/>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pt-BR"/>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CC8944EF-D229-4B34-9C11-FA3396D654CB}" type="slidenum">
              <a:rPr lang="pt-BR" smtClean="0"/>
              <a:t>‹nº›</a:t>
            </a:fld>
            <a:endParaRPr lang="pt-BR"/>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83025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346E75C7-EB9E-4AB7-82BE-9A5920AD96C5}" type="datetimeFigureOut">
              <a:rPr lang="pt-BR" smtClean="0"/>
              <a:t>06/04/2021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CC8944EF-D229-4B34-9C11-FA3396D654CB}" type="slidenum">
              <a:rPr lang="pt-BR" smtClean="0"/>
              <a:t>‹nº›</a:t>
            </a:fld>
            <a:endParaRPr lang="pt-BR"/>
          </a:p>
        </p:txBody>
      </p:sp>
    </p:spTree>
    <p:extLst>
      <p:ext uri="{BB962C8B-B14F-4D97-AF65-F5344CB8AC3E}">
        <p14:creationId xmlns:p14="http://schemas.microsoft.com/office/powerpoint/2010/main" val="361156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346E75C7-EB9E-4AB7-82BE-9A5920AD96C5}" type="datetimeFigureOut">
              <a:rPr lang="pt-BR" smtClean="0"/>
              <a:t>06/04/2021</a:t>
            </a:fld>
            <a:endParaRPr lang="pt-BR"/>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pt-BR"/>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CC8944EF-D229-4B34-9C11-FA3396D654CB}" type="slidenum">
              <a:rPr lang="pt-BR" smtClean="0"/>
              <a:t>‹nº›</a:t>
            </a:fld>
            <a:endParaRPr lang="pt-BR"/>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66119064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346E75C7-EB9E-4AB7-82BE-9A5920AD96C5}" type="datetimeFigureOut">
              <a:rPr lang="pt-BR" smtClean="0"/>
              <a:t>06/04/2021</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CC8944EF-D229-4B34-9C11-FA3396D654CB}" type="slidenum">
              <a:rPr lang="pt-BR" smtClean="0"/>
              <a:t>‹nº›</a:t>
            </a:fld>
            <a:endParaRPr lang="pt-BR"/>
          </a:p>
        </p:txBody>
      </p:sp>
    </p:spTree>
    <p:extLst>
      <p:ext uri="{BB962C8B-B14F-4D97-AF65-F5344CB8AC3E}">
        <p14:creationId xmlns:p14="http://schemas.microsoft.com/office/powerpoint/2010/main" val="388262051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Content Placeholder 3"/>
          <p:cNvSpPr>
            <a:spLocks noGrp="1"/>
          </p:cNvSpPr>
          <p:nvPr>
            <p:ph sz="half" idx="2"/>
          </p:nvPr>
        </p:nvSpPr>
        <p:spPr>
          <a:xfrm>
            <a:off x="1257300" y="2909102"/>
            <a:ext cx="4800600" cy="299639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Content Placeholder 5"/>
          <p:cNvSpPr>
            <a:spLocks noGrp="1"/>
          </p:cNvSpPr>
          <p:nvPr>
            <p:ph sz="quarter" idx="4"/>
          </p:nvPr>
        </p:nvSpPr>
        <p:spPr>
          <a:xfrm>
            <a:off x="6633864" y="2909102"/>
            <a:ext cx="4800600" cy="299639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346E75C7-EB9E-4AB7-82BE-9A5920AD96C5}" type="datetimeFigureOut">
              <a:rPr lang="pt-BR" smtClean="0"/>
              <a:t>06/04/2021</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CC8944EF-D229-4B34-9C11-FA3396D654CB}" type="slidenum">
              <a:rPr lang="pt-BR" smtClean="0"/>
              <a:t>‹nº›</a:t>
            </a:fld>
            <a:endParaRPr lang="pt-BR"/>
          </a:p>
        </p:txBody>
      </p:sp>
    </p:spTree>
    <p:extLst>
      <p:ext uri="{BB962C8B-B14F-4D97-AF65-F5344CB8AC3E}">
        <p14:creationId xmlns:p14="http://schemas.microsoft.com/office/powerpoint/2010/main" val="416938599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346E75C7-EB9E-4AB7-82BE-9A5920AD96C5}" type="datetimeFigureOut">
              <a:rPr lang="pt-BR" smtClean="0"/>
              <a:t>06/04/2021</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CC8944EF-D229-4B34-9C11-FA3396D654CB}" type="slidenum">
              <a:rPr lang="pt-BR" smtClean="0"/>
              <a:t>‹nº›</a:t>
            </a:fld>
            <a:endParaRPr lang="pt-BR"/>
          </a:p>
        </p:txBody>
      </p:sp>
    </p:spTree>
    <p:extLst>
      <p:ext uri="{BB962C8B-B14F-4D97-AF65-F5344CB8AC3E}">
        <p14:creationId xmlns:p14="http://schemas.microsoft.com/office/powerpoint/2010/main" val="777873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6E75C7-EB9E-4AB7-82BE-9A5920AD96C5}" type="datetimeFigureOut">
              <a:rPr lang="pt-BR" smtClean="0"/>
              <a:t>06/04/2021</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CC8944EF-D229-4B34-9C11-FA3396D654CB}" type="slidenum">
              <a:rPr lang="pt-BR" smtClean="0"/>
              <a:t>‹nº›</a:t>
            </a:fld>
            <a:endParaRPr lang="pt-BR"/>
          </a:p>
        </p:txBody>
      </p:sp>
    </p:spTree>
    <p:extLst>
      <p:ext uri="{BB962C8B-B14F-4D97-AF65-F5344CB8AC3E}">
        <p14:creationId xmlns:p14="http://schemas.microsoft.com/office/powerpoint/2010/main" val="4033365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pt-BR"/>
              <a:t>Clique para editar o título mestre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a:xfrm>
            <a:off x="765051" y="6375679"/>
            <a:ext cx="1233355" cy="348462"/>
          </a:xfrm>
        </p:spPr>
        <p:txBody>
          <a:bodyPr/>
          <a:lstStyle/>
          <a:p>
            <a:fld id="{346E75C7-EB9E-4AB7-82BE-9A5920AD96C5}" type="datetimeFigureOut">
              <a:rPr lang="pt-BR" smtClean="0"/>
              <a:t>06/04/2021</a:t>
            </a:fld>
            <a:endParaRPr lang="pt-BR"/>
          </a:p>
        </p:txBody>
      </p:sp>
      <p:sp>
        <p:nvSpPr>
          <p:cNvPr id="6" name="Footer Placeholder 5"/>
          <p:cNvSpPr>
            <a:spLocks noGrp="1"/>
          </p:cNvSpPr>
          <p:nvPr>
            <p:ph type="ftr" sz="quarter" idx="11"/>
          </p:nvPr>
        </p:nvSpPr>
        <p:spPr>
          <a:xfrm>
            <a:off x="2103620" y="6375679"/>
            <a:ext cx="3482179" cy="345796"/>
          </a:xfrm>
        </p:spPr>
        <p:txBody>
          <a:bodyPr/>
          <a:lstStyle/>
          <a:p>
            <a:endParaRPr lang="pt-BR"/>
          </a:p>
        </p:txBody>
      </p:sp>
      <p:sp>
        <p:nvSpPr>
          <p:cNvPr id="7" name="Slide Number Placeholder 6"/>
          <p:cNvSpPr>
            <a:spLocks noGrp="1"/>
          </p:cNvSpPr>
          <p:nvPr>
            <p:ph type="sldNum" sz="quarter" idx="12"/>
          </p:nvPr>
        </p:nvSpPr>
        <p:spPr>
          <a:xfrm>
            <a:off x="5691014" y="6375679"/>
            <a:ext cx="1232456" cy="345796"/>
          </a:xfrm>
        </p:spPr>
        <p:txBody>
          <a:bodyPr/>
          <a:lstStyle/>
          <a:p>
            <a:fld id="{CC8944EF-D229-4B34-9C11-FA3396D654CB}" type="slidenum">
              <a:rPr lang="pt-BR" smtClean="0"/>
              <a:t>‹nº›</a:t>
            </a:fld>
            <a:endParaRPr lang="pt-BR"/>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16294955"/>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pt-BR"/>
              <a:t>Clique para editar o título mestre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a:xfrm>
            <a:off x="765950" y="6375679"/>
            <a:ext cx="1232456" cy="348462"/>
          </a:xfrm>
        </p:spPr>
        <p:txBody>
          <a:bodyPr/>
          <a:lstStyle/>
          <a:p>
            <a:fld id="{346E75C7-EB9E-4AB7-82BE-9A5920AD96C5}" type="datetimeFigureOut">
              <a:rPr lang="pt-BR" smtClean="0"/>
              <a:t>06/04/2021</a:t>
            </a:fld>
            <a:endParaRPr lang="pt-BR"/>
          </a:p>
        </p:txBody>
      </p:sp>
      <p:sp>
        <p:nvSpPr>
          <p:cNvPr id="6" name="Footer Placeholder 5"/>
          <p:cNvSpPr>
            <a:spLocks noGrp="1"/>
          </p:cNvSpPr>
          <p:nvPr>
            <p:ph type="ftr" sz="quarter" idx="11"/>
          </p:nvPr>
        </p:nvSpPr>
        <p:spPr>
          <a:xfrm>
            <a:off x="2103621" y="6375679"/>
            <a:ext cx="3482178" cy="345796"/>
          </a:xfrm>
        </p:spPr>
        <p:txBody>
          <a:bodyPr/>
          <a:lstStyle/>
          <a:p>
            <a:endParaRPr lang="pt-BR"/>
          </a:p>
        </p:txBody>
      </p:sp>
      <p:sp>
        <p:nvSpPr>
          <p:cNvPr id="7" name="Slide Number Placeholder 6"/>
          <p:cNvSpPr>
            <a:spLocks noGrp="1"/>
          </p:cNvSpPr>
          <p:nvPr>
            <p:ph type="sldNum" sz="quarter" idx="12"/>
          </p:nvPr>
        </p:nvSpPr>
        <p:spPr>
          <a:xfrm>
            <a:off x="5687568" y="6375679"/>
            <a:ext cx="1234440" cy="345796"/>
          </a:xfrm>
        </p:spPr>
        <p:txBody>
          <a:bodyPr/>
          <a:lstStyle/>
          <a:p>
            <a:fld id="{CC8944EF-D229-4B34-9C11-FA3396D654CB}" type="slidenum">
              <a:rPr lang="pt-BR" smtClean="0"/>
              <a:t>‹nº›</a:t>
            </a:fld>
            <a:endParaRPr lang="pt-BR"/>
          </a:p>
        </p:txBody>
      </p:sp>
    </p:spTree>
    <p:extLst>
      <p:ext uri="{BB962C8B-B14F-4D97-AF65-F5344CB8AC3E}">
        <p14:creationId xmlns:p14="http://schemas.microsoft.com/office/powerpoint/2010/main" val="1405773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346E75C7-EB9E-4AB7-82BE-9A5920AD96C5}" type="datetimeFigureOut">
              <a:rPr lang="pt-BR" smtClean="0"/>
              <a:t>06/04/2021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CC8944EF-D229-4B34-9C11-FA3396D654CB}" type="slidenum">
              <a:rPr lang="pt-BR" smtClean="0"/>
              <a:t>‹nº›</a:t>
            </a:fld>
            <a:endParaRPr lang="pt-BR"/>
          </a:p>
        </p:txBody>
      </p:sp>
    </p:spTree>
    <p:extLst>
      <p:ext uri="{BB962C8B-B14F-4D97-AF65-F5344CB8AC3E}">
        <p14:creationId xmlns:p14="http://schemas.microsoft.com/office/powerpoint/2010/main" val="3153480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346E75C7-EB9E-4AB7-82BE-9A5920AD96C5}" type="datetimeFigureOut">
              <a:rPr lang="pt-BR" smtClean="0"/>
              <a:t>06/04/2021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CC8944EF-D229-4B34-9C11-FA3396D654CB}" type="slidenum">
              <a:rPr lang="pt-BR" smtClean="0"/>
              <a:t>‹nº›</a:t>
            </a:fld>
            <a:endParaRPr lang="pt-BR"/>
          </a:p>
        </p:txBody>
      </p:sp>
    </p:spTree>
    <p:extLst>
      <p:ext uri="{BB962C8B-B14F-4D97-AF65-F5344CB8AC3E}">
        <p14:creationId xmlns:p14="http://schemas.microsoft.com/office/powerpoint/2010/main" val="923095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346E75C7-EB9E-4AB7-82BE-9A5920AD96C5}" type="datetimeFigureOut">
              <a:rPr lang="pt-BR" smtClean="0"/>
              <a:t>06/04/2021</a:t>
            </a:fld>
            <a:endParaRPr lang="pt-BR"/>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pt-BR"/>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CC8944EF-D229-4B34-9C11-FA3396D654CB}" type="slidenum">
              <a:rPr lang="pt-BR" smtClean="0"/>
              <a:t>‹nº›</a:t>
            </a:fld>
            <a:endParaRPr lang="pt-BR"/>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8008171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GtdzuOle5kc"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069A34-7BF8-45FF-803F-4A62CCA20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ctrTitle"/>
          </p:nvPr>
        </p:nvSpPr>
        <p:spPr>
          <a:xfrm>
            <a:off x="5799184" y="1098388"/>
            <a:ext cx="6035040" cy="4394988"/>
          </a:xfrm>
        </p:spPr>
        <p:txBody>
          <a:bodyPr>
            <a:normAutofit/>
          </a:bodyPr>
          <a:lstStyle/>
          <a:p>
            <a:r>
              <a:rPr lang="pt-BR" sz="9300" b="1" dirty="0"/>
              <a:t>A </a:t>
            </a:r>
            <a:br>
              <a:rPr lang="pt-BR" sz="9300" b="1" dirty="0"/>
            </a:br>
            <a:r>
              <a:rPr lang="pt-BR" sz="9300" b="1" dirty="0"/>
              <a:t>resenha</a:t>
            </a:r>
          </a:p>
        </p:txBody>
      </p:sp>
      <p:sp>
        <p:nvSpPr>
          <p:cNvPr id="3" name="Subtítulo 2"/>
          <p:cNvSpPr>
            <a:spLocks noGrp="1"/>
          </p:cNvSpPr>
          <p:nvPr>
            <p:ph type="subTitle" idx="1"/>
          </p:nvPr>
        </p:nvSpPr>
        <p:spPr>
          <a:xfrm>
            <a:off x="5799185" y="5627205"/>
            <a:ext cx="6035040" cy="742279"/>
          </a:xfrm>
        </p:spPr>
        <p:txBody>
          <a:bodyPr>
            <a:normAutofit/>
          </a:bodyPr>
          <a:lstStyle/>
          <a:p>
            <a:endParaRPr lang="pt-BR">
              <a:solidFill>
                <a:schemeClr val="bg2"/>
              </a:solidFill>
            </a:endParaRPr>
          </a:p>
        </p:txBody>
      </p:sp>
      <p:pic>
        <p:nvPicPr>
          <p:cNvPr id="4" name="Imagem 3">
            <a:extLst>
              <a:ext uri="{FF2B5EF4-FFF2-40B4-BE49-F238E27FC236}">
                <a16:creationId xmlns:a16="http://schemas.microsoft.com/office/drawing/2014/main" id="{A3298890-3B6C-4051-AE22-4AE3C5304B84}"/>
              </a:ext>
            </a:extLst>
          </p:cNvPr>
          <p:cNvPicPr>
            <a:picLocks noChangeAspect="1"/>
          </p:cNvPicPr>
          <p:nvPr/>
        </p:nvPicPr>
        <p:blipFill rotWithShape="1">
          <a:blip r:embed="rId2"/>
          <a:srcRect l="33725" r="5783" b="2"/>
          <a:stretch/>
        </p:blipFill>
        <p:spPr>
          <a:xfrm>
            <a:off x="211015" y="762000"/>
            <a:ext cx="4994031" cy="4911969"/>
          </a:xfrm>
          <a:prstGeom prst="rect">
            <a:avLst/>
          </a:prstGeom>
        </p:spPr>
      </p:pic>
      <p:sp>
        <p:nvSpPr>
          <p:cNvPr id="11" name="Freeform 14">
            <a:extLst>
              <a:ext uri="{FF2B5EF4-FFF2-40B4-BE49-F238E27FC236}">
                <a16:creationId xmlns:a16="http://schemas.microsoft.com/office/drawing/2014/main" id="{FF061E99-D838-4E6E-AA01-00FB1CD5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5362575" cy="6858000"/>
          </a:xfrm>
          <a:custGeom>
            <a:avLst/>
            <a:gdLst>
              <a:gd name="connsiteX0" fmla="*/ 0 w 5362575"/>
              <a:gd name="connsiteY0" fmla="*/ 0 h 6858000"/>
              <a:gd name="connsiteX1" fmla="*/ 5362575 w 5362575"/>
              <a:gd name="connsiteY1" fmla="*/ 0 h 6858000"/>
              <a:gd name="connsiteX2" fmla="*/ 5362575 w 5362575"/>
              <a:gd name="connsiteY2" fmla="*/ 6858000 h 6858000"/>
              <a:gd name="connsiteX3" fmla="*/ 0 w 5362575"/>
              <a:gd name="connsiteY3" fmla="*/ 6858000 h 6858000"/>
              <a:gd name="connsiteX4" fmla="*/ 0 w 5362575"/>
              <a:gd name="connsiteY4" fmla="*/ 0 h 6858000"/>
              <a:gd name="connsiteX5" fmla="*/ 2681287 w 5362575"/>
              <a:gd name="connsiteY5" fmla="*/ 857250 h 6858000"/>
              <a:gd name="connsiteX6" fmla="*/ 2636249 w 5362575"/>
              <a:gd name="connsiteY6" fmla="*/ 861472 h 6858000"/>
              <a:gd name="connsiteX7" fmla="*/ 2592618 w 5362575"/>
              <a:gd name="connsiteY7" fmla="*/ 872732 h 6858000"/>
              <a:gd name="connsiteX8" fmla="*/ 2550395 w 5362575"/>
              <a:gd name="connsiteY8" fmla="*/ 889621 h 6858000"/>
              <a:gd name="connsiteX9" fmla="*/ 2506764 w 5362575"/>
              <a:gd name="connsiteY9" fmla="*/ 910733 h 6858000"/>
              <a:gd name="connsiteX10" fmla="*/ 2465948 w 5362575"/>
              <a:gd name="connsiteY10" fmla="*/ 934660 h 6858000"/>
              <a:gd name="connsiteX11" fmla="*/ 2423725 w 5362575"/>
              <a:gd name="connsiteY11" fmla="*/ 959994 h 6858000"/>
              <a:gd name="connsiteX12" fmla="*/ 2381501 w 5362575"/>
              <a:gd name="connsiteY12" fmla="*/ 982513 h 6858000"/>
              <a:gd name="connsiteX13" fmla="*/ 2339278 w 5362575"/>
              <a:gd name="connsiteY13" fmla="*/ 1005032 h 6858000"/>
              <a:gd name="connsiteX14" fmla="*/ 2297055 w 5362575"/>
              <a:gd name="connsiteY14" fmla="*/ 1021921 h 6858000"/>
              <a:gd name="connsiteX15" fmla="*/ 2253424 w 5362575"/>
              <a:gd name="connsiteY15" fmla="*/ 1033181 h 6858000"/>
              <a:gd name="connsiteX16" fmla="*/ 2209793 w 5362575"/>
              <a:gd name="connsiteY16" fmla="*/ 1038811 h 6858000"/>
              <a:gd name="connsiteX17" fmla="*/ 2163347 w 5362575"/>
              <a:gd name="connsiteY17" fmla="*/ 1038811 h 6858000"/>
              <a:gd name="connsiteX18" fmla="*/ 2115494 w 5362575"/>
              <a:gd name="connsiteY18" fmla="*/ 1035996 h 6858000"/>
              <a:gd name="connsiteX19" fmla="*/ 2067641 w 5362575"/>
              <a:gd name="connsiteY19" fmla="*/ 1030366 h 6858000"/>
              <a:gd name="connsiteX20" fmla="*/ 2019788 w 5362575"/>
              <a:gd name="connsiteY20" fmla="*/ 1023329 h 6858000"/>
              <a:gd name="connsiteX21" fmla="*/ 1971934 w 5362575"/>
              <a:gd name="connsiteY21" fmla="*/ 1017699 h 6858000"/>
              <a:gd name="connsiteX22" fmla="*/ 1924081 w 5362575"/>
              <a:gd name="connsiteY22" fmla="*/ 1013477 h 6858000"/>
              <a:gd name="connsiteX23" fmla="*/ 1879043 w 5362575"/>
              <a:gd name="connsiteY23" fmla="*/ 1014884 h 6858000"/>
              <a:gd name="connsiteX24" fmla="*/ 1835412 w 5362575"/>
              <a:gd name="connsiteY24" fmla="*/ 1020514 h 6858000"/>
              <a:gd name="connsiteX25" fmla="*/ 1793189 w 5362575"/>
              <a:gd name="connsiteY25" fmla="*/ 1033181 h 6858000"/>
              <a:gd name="connsiteX26" fmla="*/ 1758003 w 5362575"/>
              <a:gd name="connsiteY26" fmla="*/ 1051478 h 6858000"/>
              <a:gd name="connsiteX27" fmla="*/ 1724224 w 5362575"/>
              <a:gd name="connsiteY27" fmla="*/ 1075404 h 6858000"/>
              <a:gd name="connsiteX28" fmla="*/ 1694668 w 5362575"/>
              <a:gd name="connsiteY28" fmla="*/ 1103553 h 6858000"/>
              <a:gd name="connsiteX29" fmla="*/ 1665111 w 5362575"/>
              <a:gd name="connsiteY29" fmla="*/ 1135924 h 6858000"/>
              <a:gd name="connsiteX30" fmla="*/ 1638370 w 5362575"/>
              <a:gd name="connsiteY30" fmla="*/ 1169703 h 6858000"/>
              <a:gd name="connsiteX31" fmla="*/ 1611628 w 5362575"/>
              <a:gd name="connsiteY31" fmla="*/ 1204889 h 6858000"/>
              <a:gd name="connsiteX32" fmla="*/ 1584887 w 5362575"/>
              <a:gd name="connsiteY32" fmla="*/ 1240075 h 6858000"/>
              <a:gd name="connsiteX33" fmla="*/ 1558145 w 5362575"/>
              <a:gd name="connsiteY33" fmla="*/ 1273854 h 6858000"/>
              <a:gd name="connsiteX34" fmla="*/ 1529996 w 5362575"/>
              <a:gd name="connsiteY34" fmla="*/ 1306225 h 6858000"/>
              <a:gd name="connsiteX35" fmla="*/ 1497625 w 5362575"/>
              <a:gd name="connsiteY35" fmla="*/ 1334374 h 6858000"/>
              <a:gd name="connsiteX36" fmla="*/ 1466661 w 5362575"/>
              <a:gd name="connsiteY36" fmla="*/ 1359708 h 6858000"/>
              <a:gd name="connsiteX37" fmla="*/ 1431475 w 5362575"/>
              <a:gd name="connsiteY37" fmla="*/ 1379412 h 6858000"/>
              <a:gd name="connsiteX38" fmla="*/ 1393474 w 5362575"/>
              <a:gd name="connsiteY38" fmla="*/ 1396302 h 6858000"/>
              <a:gd name="connsiteX39" fmla="*/ 1352658 w 5362575"/>
              <a:gd name="connsiteY39" fmla="*/ 1410376 h 6858000"/>
              <a:gd name="connsiteX40" fmla="*/ 1310435 w 5362575"/>
              <a:gd name="connsiteY40" fmla="*/ 1423043 h 6858000"/>
              <a:gd name="connsiteX41" fmla="*/ 1268212 w 5362575"/>
              <a:gd name="connsiteY41" fmla="*/ 1434303 h 6858000"/>
              <a:gd name="connsiteX42" fmla="*/ 1224581 w 5362575"/>
              <a:gd name="connsiteY42" fmla="*/ 1445562 h 6858000"/>
              <a:gd name="connsiteX43" fmla="*/ 1183765 w 5362575"/>
              <a:gd name="connsiteY43" fmla="*/ 1458229 h 6858000"/>
              <a:gd name="connsiteX44" fmla="*/ 1142949 w 5362575"/>
              <a:gd name="connsiteY44" fmla="*/ 1472304 h 6858000"/>
              <a:gd name="connsiteX45" fmla="*/ 1104948 w 5362575"/>
              <a:gd name="connsiteY45" fmla="*/ 1489193 h 6858000"/>
              <a:gd name="connsiteX46" fmla="*/ 1071169 w 5362575"/>
              <a:gd name="connsiteY46" fmla="*/ 1510305 h 6858000"/>
              <a:gd name="connsiteX47" fmla="*/ 1040205 w 5362575"/>
              <a:gd name="connsiteY47" fmla="*/ 1535639 h 6858000"/>
              <a:gd name="connsiteX48" fmla="*/ 1014871 w 5362575"/>
              <a:gd name="connsiteY48" fmla="*/ 1566603 h 6858000"/>
              <a:gd name="connsiteX49" fmla="*/ 993760 w 5362575"/>
              <a:gd name="connsiteY49" fmla="*/ 1600381 h 6858000"/>
              <a:gd name="connsiteX50" fmla="*/ 976870 w 5362575"/>
              <a:gd name="connsiteY50" fmla="*/ 1638382 h 6858000"/>
              <a:gd name="connsiteX51" fmla="*/ 962796 w 5362575"/>
              <a:gd name="connsiteY51" fmla="*/ 1679198 h 6858000"/>
              <a:gd name="connsiteX52" fmla="*/ 950129 w 5362575"/>
              <a:gd name="connsiteY52" fmla="*/ 1720014 h 6858000"/>
              <a:gd name="connsiteX53" fmla="*/ 938869 w 5362575"/>
              <a:gd name="connsiteY53" fmla="*/ 1763645 h 6858000"/>
              <a:gd name="connsiteX54" fmla="*/ 927610 w 5362575"/>
              <a:gd name="connsiteY54" fmla="*/ 1805868 h 6858000"/>
              <a:gd name="connsiteX55" fmla="*/ 914943 w 5362575"/>
              <a:gd name="connsiteY55" fmla="*/ 1848092 h 6858000"/>
              <a:gd name="connsiteX56" fmla="*/ 900868 w 5362575"/>
              <a:gd name="connsiteY56" fmla="*/ 1888908 h 6858000"/>
              <a:gd name="connsiteX57" fmla="*/ 883979 w 5362575"/>
              <a:gd name="connsiteY57" fmla="*/ 1926909 h 6858000"/>
              <a:gd name="connsiteX58" fmla="*/ 864275 w 5362575"/>
              <a:gd name="connsiteY58" fmla="*/ 1962095 h 6858000"/>
              <a:gd name="connsiteX59" fmla="*/ 838941 w 5362575"/>
              <a:gd name="connsiteY59" fmla="*/ 1993059 h 6858000"/>
              <a:gd name="connsiteX60" fmla="*/ 810792 w 5362575"/>
              <a:gd name="connsiteY60" fmla="*/ 2025430 h 6858000"/>
              <a:gd name="connsiteX61" fmla="*/ 778420 w 5362575"/>
              <a:gd name="connsiteY61" fmla="*/ 2053579 h 6858000"/>
              <a:gd name="connsiteX62" fmla="*/ 743234 w 5362575"/>
              <a:gd name="connsiteY62" fmla="*/ 2080320 h 6858000"/>
              <a:gd name="connsiteX63" fmla="*/ 708048 w 5362575"/>
              <a:gd name="connsiteY63" fmla="*/ 2107062 h 6858000"/>
              <a:gd name="connsiteX64" fmla="*/ 672862 w 5362575"/>
              <a:gd name="connsiteY64" fmla="*/ 2133803 h 6858000"/>
              <a:gd name="connsiteX65" fmla="*/ 639083 w 5362575"/>
              <a:gd name="connsiteY65" fmla="*/ 2160545 h 6858000"/>
              <a:gd name="connsiteX66" fmla="*/ 606712 w 5362575"/>
              <a:gd name="connsiteY66" fmla="*/ 2190101 h 6858000"/>
              <a:gd name="connsiteX67" fmla="*/ 578563 w 5362575"/>
              <a:gd name="connsiteY67" fmla="*/ 2219658 h 6858000"/>
              <a:gd name="connsiteX68" fmla="*/ 554637 w 5362575"/>
              <a:gd name="connsiteY68" fmla="*/ 2253436 h 6858000"/>
              <a:gd name="connsiteX69" fmla="*/ 536340 w 5362575"/>
              <a:gd name="connsiteY69" fmla="*/ 2288622 h 6858000"/>
              <a:gd name="connsiteX70" fmla="*/ 523673 w 5362575"/>
              <a:gd name="connsiteY70" fmla="*/ 2330846 h 6858000"/>
              <a:gd name="connsiteX71" fmla="*/ 518043 w 5362575"/>
              <a:gd name="connsiteY71" fmla="*/ 2374477 h 6858000"/>
              <a:gd name="connsiteX72" fmla="*/ 516635 w 5362575"/>
              <a:gd name="connsiteY72" fmla="*/ 2419515 h 6858000"/>
              <a:gd name="connsiteX73" fmla="*/ 520858 w 5362575"/>
              <a:gd name="connsiteY73" fmla="*/ 2467368 h 6858000"/>
              <a:gd name="connsiteX74" fmla="*/ 526488 w 5362575"/>
              <a:gd name="connsiteY74" fmla="*/ 2515221 h 6858000"/>
              <a:gd name="connsiteX75" fmla="*/ 533525 w 5362575"/>
              <a:gd name="connsiteY75" fmla="*/ 2563074 h 6858000"/>
              <a:gd name="connsiteX76" fmla="*/ 539155 w 5362575"/>
              <a:gd name="connsiteY76" fmla="*/ 2610927 h 6858000"/>
              <a:gd name="connsiteX77" fmla="*/ 541970 w 5362575"/>
              <a:gd name="connsiteY77" fmla="*/ 2658781 h 6858000"/>
              <a:gd name="connsiteX78" fmla="*/ 541970 w 5362575"/>
              <a:gd name="connsiteY78" fmla="*/ 2705226 h 6858000"/>
              <a:gd name="connsiteX79" fmla="*/ 536340 w 5362575"/>
              <a:gd name="connsiteY79" fmla="*/ 2748857 h 6858000"/>
              <a:gd name="connsiteX80" fmla="*/ 525080 w 5362575"/>
              <a:gd name="connsiteY80" fmla="*/ 2792488 h 6858000"/>
              <a:gd name="connsiteX81" fmla="*/ 508191 w 5362575"/>
              <a:gd name="connsiteY81" fmla="*/ 2833304 h 6858000"/>
              <a:gd name="connsiteX82" fmla="*/ 487079 w 5362575"/>
              <a:gd name="connsiteY82" fmla="*/ 2875527 h 6858000"/>
              <a:gd name="connsiteX83" fmla="*/ 463153 w 5362575"/>
              <a:gd name="connsiteY83" fmla="*/ 2917751 h 6858000"/>
              <a:gd name="connsiteX84" fmla="*/ 437819 w 5362575"/>
              <a:gd name="connsiteY84" fmla="*/ 2959974 h 6858000"/>
              <a:gd name="connsiteX85" fmla="*/ 413892 w 5362575"/>
              <a:gd name="connsiteY85" fmla="*/ 3000790 h 6858000"/>
              <a:gd name="connsiteX86" fmla="*/ 392780 w 5362575"/>
              <a:gd name="connsiteY86" fmla="*/ 3044421 h 6858000"/>
              <a:gd name="connsiteX87" fmla="*/ 375891 w 5362575"/>
              <a:gd name="connsiteY87" fmla="*/ 3086644 h 6858000"/>
              <a:gd name="connsiteX88" fmla="*/ 364631 w 5362575"/>
              <a:gd name="connsiteY88" fmla="*/ 3130275 h 6858000"/>
              <a:gd name="connsiteX89" fmla="*/ 360409 w 5362575"/>
              <a:gd name="connsiteY89" fmla="*/ 3175313 h 6858000"/>
              <a:gd name="connsiteX90" fmla="*/ 364631 w 5362575"/>
              <a:gd name="connsiteY90" fmla="*/ 3220351 h 6858000"/>
              <a:gd name="connsiteX91" fmla="*/ 375891 w 5362575"/>
              <a:gd name="connsiteY91" fmla="*/ 3263982 h 6858000"/>
              <a:gd name="connsiteX92" fmla="*/ 392780 w 5362575"/>
              <a:gd name="connsiteY92" fmla="*/ 3306206 h 6858000"/>
              <a:gd name="connsiteX93" fmla="*/ 413892 w 5362575"/>
              <a:gd name="connsiteY93" fmla="*/ 3349836 h 6858000"/>
              <a:gd name="connsiteX94" fmla="*/ 437819 w 5362575"/>
              <a:gd name="connsiteY94" fmla="*/ 3390652 h 6858000"/>
              <a:gd name="connsiteX95" fmla="*/ 463153 w 5362575"/>
              <a:gd name="connsiteY95" fmla="*/ 3432876 h 6858000"/>
              <a:gd name="connsiteX96" fmla="*/ 487079 w 5362575"/>
              <a:gd name="connsiteY96" fmla="*/ 3475099 h 6858000"/>
              <a:gd name="connsiteX97" fmla="*/ 508191 w 5362575"/>
              <a:gd name="connsiteY97" fmla="*/ 3517322 h 6858000"/>
              <a:gd name="connsiteX98" fmla="*/ 525080 w 5362575"/>
              <a:gd name="connsiteY98" fmla="*/ 3558138 h 6858000"/>
              <a:gd name="connsiteX99" fmla="*/ 536340 w 5362575"/>
              <a:gd name="connsiteY99" fmla="*/ 3601769 h 6858000"/>
              <a:gd name="connsiteX100" fmla="*/ 541970 w 5362575"/>
              <a:gd name="connsiteY100" fmla="*/ 3645400 h 6858000"/>
              <a:gd name="connsiteX101" fmla="*/ 541970 w 5362575"/>
              <a:gd name="connsiteY101" fmla="*/ 3691846 h 6858000"/>
              <a:gd name="connsiteX102" fmla="*/ 539155 w 5362575"/>
              <a:gd name="connsiteY102" fmla="*/ 3739699 h 6858000"/>
              <a:gd name="connsiteX103" fmla="*/ 533525 w 5362575"/>
              <a:gd name="connsiteY103" fmla="*/ 3787552 h 6858000"/>
              <a:gd name="connsiteX104" fmla="*/ 526488 w 5362575"/>
              <a:gd name="connsiteY104" fmla="*/ 3835405 h 6858000"/>
              <a:gd name="connsiteX105" fmla="*/ 520858 w 5362575"/>
              <a:gd name="connsiteY105" fmla="*/ 3883258 h 6858000"/>
              <a:gd name="connsiteX106" fmla="*/ 516635 w 5362575"/>
              <a:gd name="connsiteY106" fmla="*/ 3931111 h 6858000"/>
              <a:gd name="connsiteX107" fmla="*/ 518043 w 5362575"/>
              <a:gd name="connsiteY107" fmla="*/ 3976150 h 6858000"/>
              <a:gd name="connsiteX108" fmla="*/ 523673 w 5362575"/>
              <a:gd name="connsiteY108" fmla="*/ 4019781 h 6858000"/>
              <a:gd name="connsiteX109" fmla="*/ 536340 w 5362575"/>
              <a:gd name="connsiteY109" fmla="*/ 4062004 h 6858000"/>
              <a:gd name="connsiteX110" fmla="*/ 554637 w 5362575"/>
              <a:gd name="connsiteY110" fmla="*/ 4097190 h 6858000"/>
              <a:gd name="connsiteX111" fmla="*/ 578563 w 5362575"/>
              <a:gd name="connsiteY111" fmla="*/ 4130969 h 6858000"/>
              <a:gd name="connsiteX112" fmla="*/ 606712 w 5362575"/>
              <a:gd name="connsiteY112" fmla="*/ 4160525 h 6858000"/>
              <a:gd name="connsiteX113" fmla="*/ 639083 w 5362575"/>
              <a:gd name="connsiteY113" fmla="*/ 4190081 h 6858000"/>
              <a:gd name="connsiteX114" fmla="*/ 672862 w 5362575"/>
              <a:gd name="connsiteY114" fmla="*/ 4216823 h 6858000"/>
              <a:gd name="connsiteX115" fmla="*/ 708048 w 5362575"/>
              <a:gd name="connsiteY115" fmla="*/ 4243564 h 6858000"/>
              <a:gd name="connsiteX116" fmla="*/ 743234 w 5362575"/>
              <a:gd name="connsiteY116" fmla="*/ 4270306 h 6858000"/>
              <a:gd name="connsiteX117" fmla="*/ 778420 w 5362575"/>
              <a:gd name="connsiteY117" fmla="*/ 4297047 h 6858000"/>
              <a:gd name="connsiteX118" fmla="*/ 810792 w 5362575"/>
              <a:gd name="connsiteY118" fmla="*/ 4325196 h 6858000"/>
              <a:gd name="connsiteX119" fmla="*/ 838941 w 5362575"/>
              <a:gd name="connsiteY119" fmla="*/ 4357567 h 6858000"/>
              <a:gd name="connsiteX120" fmla="*/ 864275 w 5362575"/>
              <a:gd name="connsiteY120" fmla="*/ 4388531 h 6858000"/>
              <a:gd name="connsiteX121" fmla="*/ 883979 w 5362575"/>
              <a:gd name="connsiteY121" fmla="*/ 4423717 h 6858000"/>
              <a:gd name="connsiteX122" fmla="*/ 900868 w 5362575"/>
              <a:gd name="connsiteY122" fmla="*/ 4461718 h 6858000"/>
              <a:gd name="connsiteX123" fmla="*/ 914943 w 5362575"/>
              <a:gd name="connsiteY123" fmla="*/ 4502534 h 6858000"/>
              <a:gd name="connsiteX124" fmla="*/ 927610 w 5362575"/>
              <a:gd name="connsiteY124" fmla="*/ 4544758 h 6858000"/>
              <a:gd name="connsiteX125" fmla="*/ 938869 w 5362575"/>
              <a:gd name="connsiteY125" fmla="*/ 4586981 h 6858000"/>
              <a:gd name="connsiteX126" fmla="*/ 950129 w 5362575"/>
              <a:gd name="connsiteY126" fmla="*/ 4630612 h 6858000"/>
              <a:gd name="connsiteX127" fmla="*/ 962796 w 5362575"/>
              <a:gd name="connsiteY127" fmla="*/ 4671428 h 6858000"/>
              <a:gd name="connsiteX128" fmla="*/ 976870 w 5362575"/>
              <a:gd name="connsiteY128" fmla="*/ 4712244 h 6858000"/>
              <a:gd name="connsiteX129" fmla="*/ 993760 w 5362575"/>
              <a:gd name="connsiteY129" fmla="*/ 4750245 h 6858000"/>
              <a:gd name="connsiteX130" fmla="*/ 1014871 w 5362575"/>
              <a:gd name="connsiteY130" fmla="*/ 4784024 h 6858000"/>
              <a:gd name="connsiteX131" fmla="*/ 1040205 w 5362575"/>
              <a:gd name="connsiteY131" fmla="*/ 4814987 h 6858000"/>
              <a:gd name="connsiteX132" fmla="*/ 1071169 w 5362575"/>
              <a:gd name="connsiteY132" fmla="*/ 4840321 h 6858000"/>
              <a:gd name="connsiteX133" fmla="*/ 1104948 w 5362575"/>
              <a:gd name="connsiteY133" fmla="*/ 4861433 h 6858000"/>
              <a:gd name="connsiteX134" fmla="*/ 1142949 w 5362575"/>
              <a:gd name="connsiteY134" fmla="*/ 4878322 h 6858000"/>
              <a:gd name="connsiteX135" fmla="*/ 1183765 w 5362575"/>
              <a:gd name="connsiteY135" fmla="*/ 4892397 h 6858000"/>
              <a:gd name="connsiteX136" fmla="*/ 1224581 w 5362575"/>
              <a:gd name="connsiteY136" fmla="*/ 4905064 h 6858000"/>
              <a:gd name="connsiteX137" fmla="*/ 1268212 w 5362575"/>
              <a:gd name="connsiteY137" fmla="*/ 4916323 h 6858000"/>
              <a:gd name="connsiteX138" fmla="*/ 1310435 w 5362575"/>
              <a:gd name="connsiteY138" fmla="*/ 4927583 h 6858000"/>
              <a:gd name="connsiteX139" fmla="*/ 1352658 w 5362575"/>
              <a:gd name="connsiteY139" fmla="*/ 4940250 h 6858000"/>
              <a:gd name="connsiteX140" fmla="*/ 1393474 w 5362575"/>
              <a:gd name="connsiteY140" fmla="*/ 4954324 h 6858000"/>
              <a:gd name="connsiteX141" fmla="*/ 1431475 w 5362575"/>
              <a:gd name="connsiteY141" fmla="*/ 4971214 h 6858000"/>
              <a:gd name="connsiteX142" fmla="*/ 1466661 w 5362575"/>
              <a:gd name="connsiteY142" fmla="*/ 4990918 h 6858000"/>
              <a:gd name="connsiteX143" fmla="*/ 1497625 w 5362575"/>
              <a:gd name="connsiteY143" fmla="*/ 5016252 h 6858000"/>
              <a:gd name="connsiteX144" fmla="*/ 1529996 w 5362575"/>
              <a:gd name="connsiteY144" fmla="*/ 5044401 h 6858000"/>
              <a:gd name="connsiteX145" fmla="*/ 1558145 w 5362575"/>
              <a:gd name="connsiteY145" fmla="*/ 5076772 h 6858000"/>
              <a:gd name="connsiteX146" fmla="*/ 1584887 w 5362575"/>
              <a:gd name="connsiteY146" fmla="*/ 5110551 h 6858000"/>
              <a:gd name="connsiteX147" fmla="*/ 1611628 w 5362575"/>
              <a:gd name="connsiteY147" fmla="*/ 5145737 h 6858000"/>
              <a:gd name="connsiteX148" fmla="*/ 1638370 w 5362575"/>
              <a:gd name="connsiteY148" fmla="*/ 5180923 h 6858000"/>
              <a:gd name="connsiteX149" fmla="*/ 1665111 w 5362575"/>
              <a:gd name="connsiteY149" fmla="*/ 5214702 h 6858000"/>
              <a:gd name="connsiteX150" fmla="*/ 1694668 w 5362575"/>
              <a:gd name="connsiteY150" fmla="*/ 5247073 h 6858000"/>
              <a:gd name="connsiteX151" fmla="*/ 1724224 w 5362575"/>
              <a:gd name="connsiteY151" fmla="*/ 5275222 h 6858000"/>
              <a:gd name="connsiteX152" fmla="*/ 1758003 w 5362575"/>
              <a:gd name="connsiteY152" fmla="*/ 5299149 h 6858000"/>
              <a:gd name="connsiteX153" fmla="*/ 1793189 w 5362575"/>
              <a:gd name="connsiteY153" fmla="*/ 5317446 h 6858000"/>
              <a:gd name="connsiteX154" fmla="*/ 1835412 w 5362575"/>
              <a:gd name="connsiteY154" fmla="*/ 5330113 h 6858000"/>
              <a:gd name="connsiteX155" fmla="*/ 1879043 w 5362575"/>
              <a:gd name="connsiteY155" fmla="*/ 5335742 h 6858000"/>
              <a:gd name="connsiteX156" fmla="*/ 1924081 w 5362575"/>
              <a:gd name="connsiteY156" fmla="*/ 5337150 h 6858000"/>
              <a:gd name="connsiteX157" fmla="*/ 1971934 w 5362575"/>
              <a:gd name="connsiteY157" fmla="*/ 5332927 h 6858000"/>
              <a:gd name="connsiteX158" fmla="*/ 2019788 w 5362575"/>
              <a:gd name="connsiteY158" fmla="*/ 5327298 h 6858000"/>
              <a:gd name="connsiteX159" fmla="*/ 2067641 w 5362575"/>
              <a:gd name="connsiteY159" fmla="*/ 5320260 h 6858000"/>
              <a:gd name="connsiteX160" fmla="*/ 2115494 w 5362575"/>
              <a:gd name="connsiteY160" fmla="*/ 5314631 h 6858000"/>
              <a:gd name="connsiteX161" fmla="*/ 2163347 w 5362575"/>
              <a:gd name="connsiteY161" fmla="*/ 5311816 h 6858000"/>
              <a:gd name="connsiteX162" fmla="*/ 2209793 w 5362575"/>
              <a:gd name="connsiteY162" fmla="*/ 5311816 h 6858000"/>
              <a:gd name="connsiteX163" fmla="*/ 2253424 w 5362575"/>
              <a:gd name="connsiteY163" fmla="*/ 5317446 h 6858000"/>
              <a:gd name="connsiteX164" fmla="*/ 2297055 w 5362575"/>
              <a:gd name="connsiteY164" fmla="*/ 5328705 h 6858000"/>
              <a:gd name="connsiteX165" fmla="*/ 2339278 w 5362575"/>
              <a:gd name="connsiteY165" fmla="*/ 5345594 h 6858000"/>
              <a:gd name="connsiteX166" fmla="*/ 2381501 w 5362575"/>
              <a:gd name="connsiteY166" fmla="*/ 5368114 h 6858000"/>
              <a:gd name="connsiteX167" fmla="*/ 2423725 w 5362575"/>
              <a:gd name="connsiteY167" fmla="*/ 5390633 h 6858000"/>
              <a:gd name="connsiteX168" fmla="*/ 2465948 w 5362575"/>
              <a:gd name="connsiteY168" fmla="*/ 5415967 h 6858000"/>
              <a:gd name="connsiteX169" fmla="*/ 2506764 w 5362575"/>
              <a:gd name="connsiteY169" fmla="*/ 5439893 h 6858000"/>
              <a:gd name="connsiteX170" fmla="*/ 2550395 w 5362575"/>
              <a:gd name="connsiteY170" fmla="*/ 5461005 h 6858000"/>
              <a:gd name="connsiteX171" fmla="*/ 2592618 w 5362575"/>
              <a:gd name="connsiteY171" fmla="*/ 5477894 h 6858000"/>
              <a:gd name="connsiteX172" fmla="*/ 2636249 w 5362575"/>
              <a:gd name="connsiteY172" fmla="*/ 5489154 h 6858000"/>
              <a:gd name="connsiteX173" fmla="*/ 2681287 w 5362575"/>
              <a:gd name="connsiteY173" fmla="*/ 5493376 h 6858000"/>
              <a:gd name="connsiteX174" fmla="*/ 2726325 w 5362575"/>
              <a:gd name="connsiteY174" fmla="*/ 5489154 h 6858000"/>
              <a:gd name="connsiteX175" fmla="*/ 2769956 w 5362575"/>
              <a:gd name="connsiteY175" fmla="*/ 5477894 h 6858000"/>
              <a:gd name="connsiteX176" fmla="*/ 2812180 w 5362575"/>
              <a:gd name="connsiteY176" fmla="*/ 5461005 h 6858000"/>
              <a:gd name="connsiteX177" fmla="*/ 2855810 w 5362575"/>
              <a:gd name="connsiteY177" fmla="*/ 5439893 h 6858000"/>
              <a:gd name="connsiteX178" fmla="*/ 2896626 w 5362575"/>
              <a:gd name="connsiteY178" fmla="*/ 5415967 h 6858000"/>
              <a:gd name="connsiteX179" fmla="*/ 2938850 w 5362575"/>
              <a:gd name="connsiteY179" fmla="*/ 5390633 h 6858000"/>
              <a:gd name="connsiteX180" fmla="*/ 2981073 w 5362575"/>
              <a:gd name="connsiteY180" fmla="*/ 5368114 h 6858000"/>
              <a:gd name="connsiteX181" fmla="*/ 3023296 w 5362575"/>
              <a:gd name="connsiteY181" fmla="*/ 5345594 h 6858000"/>
              <a:gd name="connsiteX182" fmla="*/ 3064112 w 5362575"/>
              <a:gd name="connsiteY182" fmla="*/ 5328705 h 6858000"/>
              <a:gd name="connsiteX183" fmla="*/ 3109151 w 5362575"/>
              <a:gd name="connsiteY183" fmla="*/ 5317446 h 6858000"/>
              <a:gd name="connsiteX184" fmla="*/ 3152781 w 5362575"/>
              <a:gd name="connsiteY184" fmla="*/ 5311816 h 6858000"/>
              <a:gd name="connsiteX185" fmla="*/ 3199227 w 5362575"/>
              <a:gd name="connsiteY185" fmla="*/ 5311816 h 6858000"/>
              <a:gd name="connsiteX186" fmla="*/ 3247080 w 5362575"/>
              <a:gd name="connsiteY186" fmla="*/ 5314631 h 6858000"/>
              <a:gd name="connsiteX187" fmla="*/ 3294933 w 5362575"/>
              <a:gd name="connsiteY187" fmla="*/ 5320260 h 6858000"/>
              <a:gd name="connsiteX188" fmla="*/ 3342787 w 5362575"/>
              <a:gd name="connsiteY188" fmla="*/ 5327298 h 6858000"/>
              <a:gd name="connsiteX189" fmla="*/ 3390640 w 5362575"/>
              <a:gd name="connsiteY189" fmla="*/ 5332927 h 6858000"/>
              <a:gd name="connsiteX190" fmla="*/ 3438493 w 5362575"/>
              <a:gd name="connsiteY190" fmla="*/ 5337150 h 6858000"/>
              <a:gd name="connsiteX191" fmla="*/ 3483531 w 5362575"/>
              <a:gd name="connsiteY191" fmla="*/ 5335742 h 6858000"/>
              <a:gd name="connsiteX192" fmla="*/ 3527162 w 5362575"/>
              <a:gd name="connsiteY192" fmla="*/ 5330113 h 6858000"/>
              <a:gd name="connsiteX193" fmla="*/ 3569385 w 5362575"/>
              <a:gd name="connsiteY193" fmla="*/ 5317446 h 6858000"/>
              <a:gd name="connsiteX194" fmla="*/ 3604572 w 5362575"/>
              <a:gd name="connsiteY194" fmla="*/ 5299149 h 6858000"/>
              <a:gd name="connsiteX195" fmla="*/ 3638350 w 5362575"/>
              <a:gd name="connsiteY195" fmla="*/ 5275222 h 6858000"/>
              <a:gd name="connsiteX196" fmla="*/ 3667907 w 5362575"/>
              <a:gd name="connsiteY196" fmla="*/ 5247073 h 6858000"/>
              <a:gd name="connsiteX197" fmla="*/ 3697463 w 5362575"/>
              <a:gd name="connsiteY197" fmla="*/ 5214702 h 6858000"/>
              <a:gd name="connsiteX198" fmla="*/ 3724204 w 5362575"/>
              <a:gd name="connsiteY198" fmla="*/ 5180923 h 6858000"/>
              <a:gd name="connsiteX199" fmla="*/ 3750946 w 5362575"/>
              <a:gd name="connsiteY199" fmla="*/ 5145737 h 6858000"/>
              <a:gd name="connsiteX200" fmla="*/ 3777687 w 5362575"/>
              <a:gd name="connsiteY200" fmla="*/ 5110551 h 6858000"/>
              <a:gd name="connsiteX201" fmla="*/ 3804429 w 5362575"/>
              <a:gd name="connsiteY201" fmla="*/ 5076772 h 6858000"/>
              <a:gd name="connsiteX202" fmla="*/ 3832578 w 5362575"/>
              <a:gd name="connsiteY202" fmla="*/ 5044401 h 6858000"/>
              <a:gd name="connsiteX203" fmla="*/ 3864949 w 5362575"/>
              <a:gd name="connsiteY203" fmla="*/ 5016252 h 6858000"/>
              <a:gd name="connsiteX204" fmla="*/ 3895913 w 5362575"/>
              <a:gd name="connsiteY204" fmla="*/ 4990918 h 6858000"/>
              <a:gd name="connsiteX205" fmla="*/ 3931099 w 5362575"/>
              <a:gd name="connsiteY205" fmla="*/ 4971214 h 6858000"/>
              <a:gd name="connsiteX206" fmla="*/ 3969100 w 5362575"/>
              <a:gd name="connsiteY206" fmla="*/ 4954324 h 6858000"/>
              <a:gd name="connsiteX207" fmla="*/ 4009916 w 5362575"/>
              <a:gd name="connsiteY207" fmla="*/ 4940250 h 6858000"/>
              <a:gd name="connsiteX208" fmla="*/ 4052139 w 5362575"/>
              <a:gd name="connsiteY208" fmla="*/ 4927583 h 6858000"/>
              <a:gd name="connsiteX209" fmla="*/ 4094363 w 5362575"/>
              <a:gd name="connsiteY209" fmla="*/ 4916323 h 6858000"/>
              <a:gd name="connsiteX210" fmla="*/ 4137993 w 5362575"/>
              <a:gd name="connsiteY210" fmla="*/ 4905064 h 6858000"/>
              <a:gd name="connsiteX211" fmla="*/ 4178809 w 5362575"/>
              <a:gd name="connsiteY211" fmla="*/ 4892397 h 6858000"/>
              <a:gd name="connsiteX212" fmla="*/ 4219625 w 5362575"/>
              <a:gd name="connsiteY212" fmla="*/ 4878322 h 6858000"/>
              <a:gd name="connsiteX213" fmla="*/ 4257626 w 5362575"/>
              <a:gd name="connsiteY213" fmla="*/ 4861433 h 6858000"/>
              <a:gd name="connsiteX214" fmla="*/ 4291405 w 5362575"/>
              <a:gd name="connsiteY214" fmla="*/ 4840321 h 6858000"/>
              <a:gd name="connsiteX215" fmla="*/ 4322369 w 5362575"/>
              <a:gd name="connsiteY215" fmla="*/ 4814987 h 6858000"/>
              <a:gd name="connsiteX216" fmla="*/ 4347703 w 5362575"/>
              <a:gd name="connsiteY216" fmla="*/ 4784024 h 6858000"/>
              <a:gd name="connsiteX217" fmla="*/ 4368815 w 5362575"/>
              <a:gd name="connsiteY217" fmla="*/ 4750245 h 6858000"/>
              <a:gd name="connsiteX218" fmla="*/ 4385704 w 5362575"/>
              <a:gd name="connsiteY218" fmla="*/ 4712244 h 6858000"/>
              <a:gd name="connsiteX219" fmla="*/ 4399778 w 5362575"/>
              <a:gd name="connsiteY219" fmla="*/ 4671428 h 6858000"/>
              <a:gd name="connsiteX220" fmla="*/ 4412445 w 5362575"/>
              <a:gd name="connsiteY220" fmla="*/ 4630612 h 6858000"/>
              <a:gd name="connsiteX221" fmla="*/ 4423705 w 5362575"/>
              <a:gd name="connsiteY221" fmla="*/ 4586981 h 6858000"/>
              <a:gd name="connsiteX222" fmla="*/ 4434964 w 5362575"/>
              <a:gd name="connsiteY222" fmla="*/ 4544758 h 6858000"/>
              <a:gd name="connsiteX223" fmla="*/ 4447632 w 5362575"/>
              <a:gd name="connsiteY223" fmla="*/ 4502534 h 6858000"/>
              <a:gd name="connsiteX224" fmla="*/ 4461706 w 5362575"/>
              <a:gd name="connsiteY224" fmla="*/ 4461718 h 6858000"/>
              <a:gd name="connsiteX225" fmla="*/ 4478595 w 5362575"/>
              <a:gd name="connsiteY225" fmla="*/ 4423717 h 6858000"/>
              <a:gd name="connsiteX226" fmla="*/ 4498300 w 5362575"/>
              <a:gd name="connsiteY226" fmla="*/ 4388531 h 6858000"/>
              <a:gd name="connsiteX227" fmla="*/ 4523634 w 5362575"/>
              <a:gd name="connsiteY227" fmla="*/ 4357567 h 6858000"/>
              <a:gd name="connsiteX228" fmla="*/ 4551782 w 5362575"/>
              <a:gd name="connsiteY228" fmla="*/ 4325196 h 6858000"/>
              <a:gd name="connsiteX229" fmla="*/ 4584154 w 5362575"/>
              <a:gd name="connsiteY229" fmla="*/ 4297047 h 6858000"/>
              <a:gd name="connsiteX230" fmla="*/ 4617933 w 5362575"/>
              <a:gd name="connsiteY230" fmla="*/ 4270306 h 6858000"/>
              <a:gd name="connsiteX231" fmla="*/ 4654526 w 5362575"/>
              <a:gd name="connsiteY231" fmla="*/ 4243564 h 6858000"/>
              <a:gd name="connsiteX232" fmla="*/ 4689712 w 5362575"/>
              <a:gd name="connsiteY232" fmla="*/ 4216823 h 6858000"/>
              <a:gd name="connsiteX233" fmla="*/ 4723491 w 5362575"/>
              <a:gd name="connsiteY233" fmla="*/ 4190081 h 6858000"/>
              <a:gd name="connsiteX234" fmla="*/ 4755862 w 5362575"/>
              <a:gd name="connsiteY234" fmla="*/ 4160525 h 6858000"/>
              <a:gd name="connsiteX235" fmla="*/ 4784011 w 5362575"/>
              <a:gd name="connsiteY235" fmla="*/ 4130969 h 6858000"/>
              <a:gd name="connsiteX236" fmla="*/ 4807938 w 5362575"/>
              <a:gd name="connsiteY236" fmla="*/ 4097190 h 6858000"/>
              <a:gd name="connsiteX237" fmla="*/ 4826235 w 5362575"/>
              <a:gd name="connsiteY237" fmla="*/ 4062004 h 6858000"/>
              <a:gd name="connsiteX238" fmla="*/ 4838902 w 5362575"/>
              <a:gd name="connsiteY238" fmla="*/ 4019781 h 6858000"/>
              <a:gd name="connsiteX239" fmla="*/ 4844531 w 5362575"/>
              <a:gd name="connsiteY239" fmla="*/ 3976150 h 6858000"/>
              <a:gd name="connsiteX240" fmla="*/ 4845939 w 5362575"/>
              <a:gd name="connsiteY240" fmla="*/ 3931111 h 6858000"/>
              <a:gd name="connsiteX241" fmla="*/ 4841716 w 5362575"/>
              <a:gd name="connsiteY241" fmla="*/ 3883258 h 6858000"/>
              <a:gd name="connsiteX242" fmla="*/ 4836087 w 5362575"/>
              <a:gd name="connsiteY242" fmla="*/ 3835405 h 6858000"/>
              <a:gd name="connsiteX243" fmla="*/ 4829049 w 5362575"/>
              <a:gd name="connsiteY243" fmla="*/ 3787552 h 6858000"/>
              <a:gd name="connsiteX244" fmla="*/ 4823420 w 5362575"/>
              <a:gd name="connsiteY244" fmla="*/ 3739699 h 6858000"/>
              <a:gd name="connsiteX245" fmla="*/ 4820605 w 5362575"/>
              <a:gd name="connsiteY245" fmla="*/ 3691846 h 6858000"/>
              <a:gd name="connsiteX246" fmla="*/ 4820605 w 5362575"/>
              <a:gd name="connsiteY246" fmla="*/ 3645400 h 6858000"/>
              <a:gd name="connsiteX247" fmla="*/ 4826235 w 5362575"/>
              <a:gd name="connsiteY247" fmla="*/ 3601769 h 6858000"/>
              <a:gd name="connsiteX248" fmla="*/ 4837494 w 5362575"/>
              <a:gd name="connsiteY248" fmla="*/ 3558138 h 6858000"/>
              <a:gd name="connsiteX249" fmla="*/ 4854383 w 5362575"/>
              <a:gd name="connsiteY249" fmla="*/ 3517322 h 6858000"/>
              <a:gd name="connsiteX250" fmla="*/ 4876903 w 5362575"/>
              <a:gd name="connsiteY250" fmla="*/ 3475099 h 6858000"/>
              <a:gd name="connsiteX251" fmla="*/ 4899422 w 5362575"/>
              <a:gd name="connsiteY251" fmla="*/ 3432876 h 6858000"/>
              <a:gd name="connsiteX252" fmla="*/ 4924756 w 5362575"/>
              <a:gd name="connsiteY252" fmla="*/ 3390652 h 6858000"/>
              <a:gd name="connsiteX253" fmla="*/ 4948682 w 5362575"/>
              <a:gd name="connsiteY253" fmla="*/ 3349836 h 6858000"/>
              <a:gd name="connsiteX254" fmla="*/ 4969794 w 5362575"/>
              <a:gd name="connsiteY254" fmla="*/ 3306206 h 6858000"/>
              <a:gd name="connsiteX255" fmla="*/ 4986683 w 5362575"/>
              <a:gd name="connsiteY255" fmla="*/ 3263982 h 6858000"/>
              <a:gd name="connsiteX256" fmla="*/ 4997943 w 5362575"/>
              <a:gd name="connsiteY256" fmla="*/ 3220351 h 6858000"/>
              <a:gd name="connsiteX257" fmla="*/ 5002165 w 5362575"/>
              <a:gd name="connsiteY257" fmla="*/ 3175313 h 6858000"/>
              <a:gd name="connsiteX258" fmla="*/ 4997943 w 5362575"/>
              <a:gd name="connsiteY258" fmla="*/ 3130275 h 6858000"/>
              <a:gd name="connsiteX259" fmla="*/ 4986683 w 5362575"/>
              <a:gd name="connsiteY259" fmla="*/ 3086644 h 6858000"/>
              <a:gd name="connsiteX260" fmla="*/ 4969794 w 5362575"/>
              <a:gd name="connsiteY260" fmla="*/ 3044421 h 6858000"/>
              <a:gd name="connsiteX261" fmla="*/ 4948682 w 5362575"/>
              <a:gd name="connsiteY261" fmla="*/ 3000790 h 6858000"/>
              <a:gd name="connsiteX262" fmla="*/ 4924756 w 5362575"/>
              <a:gd name="connsiteY262" fmla="*/ 2959974 h 6858000"/>
              <a:gd name="connsiteX263" fmla="*/ 4899422 w 5362575"/>
              <a:gd name="connsiteY263" fmla="*/ 2917751 h 6858000"/>
              <a:gd name="connsiteX264" fmla="*/ 4876903 w 5362575"/>
              <a:gd name="connsiteY264" fmla="*/ 2875527 h 6858000"/>
              <a:gd name="connsiteX265" fmla="*/ 4854383 w 5362575"/>
              <a:gd name="connsiteY265" fmla="*/ 2833304 h 6858000"/>
              <a:gd name="connsiteX266" fmla="*/ 4837494 w 5362575"/>
              <a:gd name="connsiteY266" fmla="*/ 2792488 h 6858000"/>
              <a:gd name="connsiteX267" fmla="*/ 4826235 w 5362575"/>
              <a:gd name="connsiteY267" fmla="*/ 2748857 h 6858000"/>
              <a:gd name="connsiteX268" fmla="*/ 4820605 w 5362575"/>
              <a:gd name="connsiteY268" fmla="*/ 2705226 h 6858000"/>
              <a:gd name="connsiteX269" fmla="*/ 4820605 w 5362575"/>
              <a:gd name="connsiteY269" fmla="*/ 2658781 h 6858000"/>
              <a:gd name="connsiteX270" fmla="*/ 4823420 w 5362575"/>
              <a:gd name="connsiteY270" fmla="*/ 2610927 h 6858000"/>
              <a:gd name="connsiteX271" fmla="*/ 4829049 w 5362575"/>
              <a:gd name="connsiteY271" fmla="*/ 2563074 h 6858000"/>
              <a:gd name="connsiteX272" fmla="*/ 4836087 w 5362575"/>
              <a:gd name="connsiteY272" fmla="*/ 2515221 h 6858000"/>
              <a:gd name="connsiteX273" fmla="*/ 4841716 w 5362575"/>
              <a:gd name="connsiteY273" fmla="*/ 2467368 h 6858000"/>
              <a:gd name="connsiteX274" fmla="*/ 4845939 w 5362575"/>
              <a:gd name="connsiteY274" fmla="*/ 2419515 h 6858000"/>
              <a:gd name="connsiteX275" fmla="*/ 4844531 w 5362575"/>
              <a:gd name="connsiteY275" fmla="*/ 2374477 h 6858000"/>
              <a:gd name="connsiteX276" fmla="*/ 4838902 w 5362575"/>
              <a:gd name="connsiteY276" fmla="*/ 2330846 h 6858000"/>
              <a:gd name="connsiteX277" fmla="*/ 4826235 w 5362575"/>
              <a:gd name="connsiteY277" fmla="*/ 2288622 h 6858000"/>
              <a:gd name="connsiteX278" fmla="*/ 4807938 w 5362575"/>
              <a:gd name="connsiteY278" fmla="*/ 2253436 h 6858000"/>
              <a:gd name="connsiteX279" fmla="*/ 4784011 w 5362575"/>
              <a:gd name="connsiteY279" fmla="*/ 2219658 h 6858000"/>
              <a:gd name="connsiteX280" fmla="*/ 4755862 w 5362575"/>
              <a:gd name="connsiteY280" fmla="*/ 2190101 h 6858000"/>
              <a:gd name="connsiteX281" fmla="*/ 4723491 w 5362575"/>
              <a:gd name="connsiteY281" fmla="*/ 2160545 h 6858000"/>
              <a:gd name="connsiteX282" fmla="*/ 4689712 w 5362575"/>
              <a:gd name="connsiteY282" fmla="*/ 2133803 h 6858000"/>
              <a:gd name="connsiteX283" fmla="*/ 4654526 w 5362575"/>
              <a:gd name="connsiteY283" fmla="*/ 2107062 h 6858000"/>
              <a:gd name="connsiteX284" fmla="*/ 4617933 w 5362575"/>
              <a:gd name="connsiteY284" fmla="*/ 2080320 h 6858000"/>
              <a:gd name="connsiteX285" fmla="*/ 4584154 w 5362575"/>
              <a:gd name="connsiteY285" fmla="*/ 2053579 h 6858000"/>
              <a:gd name="connsiteX286" fmla="*/ 4551782 w 5362575"/>
              <a:gd name="connsiteY286" fmla="*/ 2025430 h 6858000"/>
              <a:gd name="connsiteX287" fmla="*/ 4523634 w 5362575"/>
              <a:gd name="connsiteY287" fmla="*/ 1993059 h 6858000"/>
              <a:gd name="connsiteX288" fmla="*/ 4498300 w 5362575"/>
              <a:gd name="connsiteY288" fmla="*/ 1962095 h 6858000"/>
              <a:gd name="connsiteX289" fmla="*/ 4478595 w 5362575"/>
              <a:gd name="connsiteY289" fmla="*/ 1926909 h 6858000"/>
              <a:gd name="connsiteX290" fmla="*/ 4461706 w 5362575"/>
              <a:gd name="connsiteY290" fmla="*/ 1888908 h 6858000"/>
              <a:gd name="connsiteX291" fmla="*/ 4447632 w 5362575"/>
              <a:gd name="connsiteY291" fmla="*/ 1848092 h 6858000"/>
              <a:gd name="connsiteX292" fmla="*/ 4434964 w 5362575"/>
              <a:gd name="connsiteY292" fmla="*/ 1805868 h 6858000"/>
              <a:gd name="connsiteX293" fmla="*/ 4423705 w 5362575"/>
              <a:gd name="connsiteY293" fmla="*/ 1763645 h 6858000"/>
              <a:gd name="connsiteX294" fmla="*/ 4412445 w 5362575"/>
              <a:gd name="connsiteY294" fmla="*/ 1720014 h 6858000"/>
              <a:gd name="connsiteX295" fmla="*/ 4399778 w 5362575"/>
              <a:gd name="connsiteY295" fmla="*/ 1679198 h 6858000"/>
              <a:gd name="connsiteX296" fmla="*/ 4385704 w 5362575"/>
              <a:gd name="connsiteY296" fmla="*/ 1638382 h 6858000"/>
              <a:gd name="connsiteX297" fmla="*/ 4368815 w 5362575"/>
              <a:gd name="connsiteY297" fmla="*/ 1600381 h 6858000"/>
              <a:gd name="connsiteX298" fmla="*/ 4347703 w 5362575"/>
              <a:gd name="connsiteY298" fmla="*/ 1566603 h 6858000"/>
              <a:gd name="connsiteX299" fmla="*/ 4322369 w 5362575"/>
              <a:gd name="connsiteY299" fmla="*/ 1535639 h 6858000"/>
              <a:gd name="connsiteX300" fmla="*/ 4291405 w 5362575"/>
              <a:gd name="connsiteY300" fmla="*/ 1510305 h 6858000"/>
              <a:gd name="connsiteX301" fmla="*/ 4257626 w 5362575"/>
              <a:gd name="connsiteY301" fmla="*/ 1489193 h 6858000"/>
              <a:gd name="connsiteX302" fmla="*/ 4219625 w 5362575"/>
              <a:gd name="connsiteY302" fmla="*/ 1472304 h 6858000"/>
              <a:gd name="connsiteX303" fmla="*/ 4178809 w 5362575"/>
              <a:gd name="connsiteY303" fmla="*/ 1458229 h 6858000"/>
              <a:gd name="connsiteX304" fmla="*/ 4137993 w 5362575"/>
              <a:gd name="connsiteY304" fmla="*/ 1445562 h 6858000"/>
              <a:gd name="connsiteX305" fmla="*/ 4094363 w 5362575"/>
              <a:gd name="connsiteY305" fmla="*/ 1434303 h 6858000"/>
              <a:gd name="connsiteX306" fmla="*/ 4052139 w 5362575"/>
              <a:gd name="connsiteY306" fmla="*/ 1423043 h 6858000"/>
              <a:gd name="connsiteX307" fmla="*/ 4009916 w 5362575"/>
              <a:gd name="connsiteY307" fmla="*/ 1410376 h 6858000"/>
              <a:gd name="connsiteX308" fmla="*/ 3969100 w 5362575"/>
              <a:gd name="connsiteY308" fmla="*/ 1396302 h 6858000"/>
              <a:gd name="connsiteX309" fmla="*/ 3931099 w 5362575"/>
              <a:gd name="connsiteY309" fmla="*/ 1379412 h 6858000"/>
              <a:gd name="connsiteX310" fmla="*/ 3895913 w 5362575"/>
              <a:gd name="connsiteY310" fmla="*/ 1359708 h 6858000"/>
              <a:gd name="connsiteX311" fmla="*/ 3864949 w 5362575"/>
              <a:gd name="connsiteY311" fmla="*/ 1334374 h 6858000"/>
              <a:gd name="connsiteX312" fmla="*/ 3832578 w 5362575"/>
              <a:gd name="connsiteY312" fmla="*/ 1306225 h 6858000"/>
              <a:gd name="connsiteX313" fmla="*/ 3804429 w 5362575"/>
              <a:gd name="connsiteY313" fmla="*/ 1273854 h 6858000"/>
              <a:gd name="connsiteX314" fmla="*/ 3777687 w 5362575"/>
              <a:gd name="connsiteY314" fmla="*/ 1240075 h 6858000"/>
              <a:gd name="connsiteX315" fmla="*/ 3750946 w 5362575"/>
              <a:gd name="connsiteY315" fmla="*/ 1204889 h 6858000"/>
              <a:gd name="connsiteX316" fmla="*/ 3724204 w 5362575"/>
              <a:gd name="connsiteY316" fmla="*/ 1169703 h 6858000"/>
              <a:gd name="connsiteX317" fmla="*/ 3697463 w 5362575"/>
              <a:gd name="connsiteY317" fmla="*/ 1135924 h 6858000"/>
              <a:gd name="connsiteX318" fmla="*/ 3667907 w 5362575"/>
              <a:gd name="connsiteY318" fmla="*/ 1103553 h 6858000"/>
              <a:gd name="connsiteX319" fmla="*/ 3638350 w 5362575"/>
              <a:gd name="connsiteY319" fmla="*/ 1075404 h 6858000"/>
              <a:gd name="connsiteX320" fmla="*/ 3604572 w 5362575"/>
              <a:gd name="connsiteY320" fmla="*/ 1051478 h 6858000"/>
              <a:gd name="connsiteX321" fmla="*/ 3569385 w 5362575"/>
              <a:gd name="connsiteY321" fmla="*/ 1033181 h 6858000"/>
              <a:gd name="connsiteX322" fmla="*/ 3527162 w 5362575"/>
              <a:gd name="connsiteY322" fmla="*/ 1020514 h 6858000"/>
              <a:gd name="connsiteX323" fmla="*/ 3483531 w 5362575"/>
              <a:gd name="connsiteY323" fmla="*/ 1014884 h 6858000"/>
              <a:gd name="connsiteX324" fmla="*/ 3438493 w 5362575"/>
              <a:gd name="connsiteY324" fmla="*/ 1013477 h 6858000"/>
              <a:gd name="connsiteX325" fmla="*/ 3390640 w 5362575"/>
              <a:gd name="connsiteY325" fmla="*/ 1017699 h 6858000"/>
              <a:gd name="connsiteX326" fmla="*/ 3342787 w 5362575"/>
              <a:gd name="connsiteY326" fmla="*/ 1023329 h 6858000"/>
              <a:gd name="connsiteX327" fmla="*/ 3294933 w 5362575"/>
              <a:gd name="connsiteY327" fmla="*/ 1030366 h 6858000"/>
              <a:gd name="connsiteX328" fmla="*/ 3247080 w 5362575"/>
              <a:gd name="connsiteY328" fmla="*/ 1035996 h 6858000"/>
              <a:gd name="connsiteX329" fmla="*/ 3199227 w 5362575"/>
              <a:gd name="connsiteY329" fmla="*/ 1038811 h 6858000"/>
              <a:gd name="connsiteX330" fmla="*/ 3152781 w 5362575"/>
              <a:gd name="connsiteY330" fmla="*/ 1038811 h 6858000"/>
              <a:gd name="connsiteX331" fmla="*/ 3109151 w 5362575"/>
              <a:gd name="connsiteY331" fmla="*/ 1033181 h 6858000"/>
              <a:gd name="connsiteX332" fmla="*/ 3064112 w 5362575"/>
              <a:gd name="connsiteY332" fmla="*/ 1021921 h 6858000"/>
              <a:gd name="connsiteX333" fmla="*/ 3023296 w 5362575"/>
              <a:gd name="connsiteY333" fmla="*/ 1005032 h 6858000"/>
              <a:gd name="connsiteX334" fmla="*/ 2981073 w 5362575"/>
              <a:gd name="connsiteY334" fmla="*/ 982513 h 6858000"/>
              <a:gd name="connsiteX335" fmla="*/ 2938850 w 5362575"/>
              <a:gd name="connsiteY335" fmla="*/ 959994 h 6858000"/>
              <a:gd name="connsiteX336" fmla="*/ 2896626 w 5362575"/>
              <a:gd name="connsiteY336" fmla="*/ 934660 h 6858000"/>
              <a:gd name="connsiteX337" fmla="*/ 2855810 w 5362575"/>
              <a:gd name="connsiteY337" fmla="*/ 910733 h 6858000"/>
              <a:gd name="connsiteX338" fmla="*/ 2812180 w 5362575"/>
              <a:gd name="connsiteY338" fmla="*/ 889621 h 6858000"/>
              <a:gd name="connsiteX339" fmla="*/ 2769956 w 5362575"/>
              <a:gd name="connsiteY339" fmla="*/ 872732 h 6858000"/>
              <a:gd name="connsiteX340" fmla="*/ 2726325 w 5362575"/>
              <a:gd name="connsiteY340" fmla="*/ 861472 h 6858000"/>
              <a:gd name="connsiteX341" fmla="*/ 2681287 w 5362575"/>
              <a:gd name="connsiteY341" fmla="*/ 857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5362575" h="6858000">
                <a:moveTo>
                  <a:pt x="0" y="0"/>
                </a:moveTo>
                <a:lnTo>
                  <a:pt x="5362575" y="0"/>
                </a:lnTo>
                <a:lnTo>
                  <a:pt x="5362575" y="6858000"/>
                </a:lnTo>
                <a:lnTo>
                  <a:pt x="0" y="6858000"/>
                </a:lnTo>
                <a:lnTo>
                  <a:pt x="0" y="0"/>
                </a:lnTo>
                <a:close/>
                <a:moveTo>
                  <a:pt x="2681287" y="857250"/>
                </a:moveTo>
                <a:lnTo>
                  <a:pt x="2636249" y="861472"/>
                </a:lnTo>
                <a:lnTo>
                  <a:pt x="2592618" y="872732"/>
                </a:lnTo>
                <a:lnTo>
                  <a:pt x="2550395" y="889621"/>
                </a:lnTo>
                <a:lnTo>
                  <a:pt x="2506764" y="910733"/>
                </a:lnTo>
                <a:lnTo>
                  <a:pt x="2465948" y="934660"/>
                </a:lnTo>
                <a:lnTo>
                  <a:pt x="2423725" y="959994"/>
                </a:lnTo>
                <a:lnTo>
                  <a:pt x="2381501" y="982513"/>
                </a:lnTo>
                <a:lnTo>
                  <a:pt x="2339278" y="1005032"/>
                </a:lnTo>
                <a:lnTo>
                  <a:pt x="2297055" y="1021921"/>
                </a:lnTo>
                <a:lnTo>
                  <a:pt x="2253424" y="1033181"/>
                </a:lnTo>
                <a:lnTo>
                  <a:pt x="2209793" y="1038811"/>
                </a:lnTo>
                <a:lnTo>
                  <a:pt x="2163347" y="1038811"/>
                </a:lnTo>
                <a:lnTo>
                  <a:pt x="2115494" y="1035996"/>
                </a:lnTo>
                <a:lnTo>
                  <a:pt x="2067641" y="1030366"/>
                </a:lnTo>
                <a:lnTo>
                  <a:pt x="2019788" y="1023329"/>
                </a:lnTo>
                <a:lnTo>
                  <a:pt x="1971934" y="1017699"/>
                </a:lnTo>
                <a:lnTo>
                  <a:pt x="1924081" y="1013477"/>
                </a:lnTo>
                <a:lnTo>
                  <a:pt x="1879043" y="1014884"/>
                </a:lnTo>
                <a:lnTo>
                  <a:pt x="1835412" y="1020514"/>
                </a:lnTo>
                <a:lnTo>
                  <a:pt x="1793189" y="1033181"/>
                </a:lnTo>
                <a:lnTo>
                  <a:pt x="1758003" y="1051478"/>
                </a:lnTo>
                <a:lnTo>
                  <a:pt x="1724224" y="1075404"/>
                </a:lnTo>
                <a:lnTo>
                  <a:pt x="1694668" y="1103553"/>
                </a:lnTo>
                <a:lnTo>
                  <a:pt x="1665111" y="1135924"/>
                </a:lnTo>
                <a:lnTo>
                  <a:pt x="1638370" y="1169703"/>
                </a:lnTo>
                <a:lnTo>
                  <a:pt x="1611628" y="1204889"/>
                </a:lnTo>
                <a:lnTo>
                  <a:pt x="1584887" y="1240075"/>
                </a:lnTo>
                <a:lnTo>
                  <a:pt x="1558145" y="1273854"/>
                </a:lnTo>
                <a:lnTo>
                  <a:pt x="1529996" y="1306225"/>
                </a:lnTo>
                <a:lnTo>
                  <a:pt x="1497625" y="1334374"/>
                </a:lnTo>
                <a:lnTo>
                  <a:pt x="1466661" y="1359708"/>
                </a:lnTo>
                <a:lnTo>
                  <a:pt x="1431475" y="1379412"/>
                </a:lnTo>
                <a:lnTo>
                  <a:pt x="1393474" y="1396302"/>
                </a:lnTo>
                <a:lnTo>
                  <a:pt x="1352658" y="1410376"/>
                </a:lnTo>
                <a:lnTo>
                  <a:pt x="1310435" y="1423043"/>
                </a:lnTo>
                <a:lnTo>
                  <a:pt x="1268212" y="1434303"/>
                </a:lnTo>
                <a:lnTo>
                  <a:pt x="1224581" y="1445562"/>
                </a:lnTo>
                <a:lnTo>
                  <a:pt x="1183765" y="1458229"/>
                </a:lnTo>
                <a:lnTo>
                  <a:pt x="1142949" y="1472304"/>
                </a:lnTo>
                <a:lnTo>
                  <a:pt x="1104948" y="1489193"/>
                </a:lnTo>
                <a:lnTo>
                  <a:pt x="1071169" y="1510305"/>
                </a:lnTo>
                <a:lnTo>
                  <a:pt x="1040205" y="1535639"/>
                </a:lnTo>
                <a:lnTo>
                  <a:pt x="1014871" y="1566603"/>
                </a:lnTo>
                <a:lnTo>
                  <a:pt x="993760" y="1600381"/>
                </a:lnTo>
                <a:lnTo>
                  <a:pt x="976870" y="1638382"/>
                </a:lnTo>
                <a:lnTo>
                  <a:pt x="962796" y="1679198"/>
                </a:lnTo>
                <a:lnTo>
                  <a:pt x="950129" y="1720014"/>
                </a:lnTo>
                <a:lnTo>
                  <a:pt x="938869" y="1763645"/>
                </a:lnTo>
                <a:lnTo>
                  <a:pt x="927610" y="1805868"/>
                </a:lnTo>
                <a:lnTo>
                  <a:pt x="914943" y="1848092"/>
                </a:lnTo>
                <a:lnTo>
                  <a:pt x="900868" y="1888908"/>
                </a:lnTo>
                <a:lnTo>
                  <a:pt x="883979" y="1926909"/>
                </a:lnTo>
                <a:lnTo>
                  <a:pt x="864275" y="1962095"/>
                </a:lnTo>
                <a:lnTo>
                  <a:pt x="838941" y="1993059"/>
                </a:lnTo>
                <a:lnTo>
                  <a:pt x="810792" y="2025430"/>
                </a:lnTo>
                <a:lnTo>
                  <a:pt x="778420" y="2053579"/>
                </a:lnTo>
                <a:lnTo>
                  <a:pt x="743234" y="2080320"/>
                </a:lnTo>
                <a:lnTo>
                  <a:pt x="708048" y="2107062"/>
                </a:lnTo>
                <a:lnTo>
                  <a:pt x="672862" y="2133803"/>
                </a:lnTo>
                <a:lnTo>
                  <a:pt x="639083" y="2160545"/>
                </a:lnTo>
                <a:lnTo>
                  <a:pt x="606712" y="2190101"/>
                </a:lnTo>
                <a:lnTo>
                  <a:pt x="578563" y="2219658"/>
                </a:lnTo>
                <a:lnTo>
                  <a:pt x="554637" y="2253436"/>
                </a:lnTo>
                <a:lnTo>
                  <a:pt x="536340" y="2288622"/>
                </a:lnTo>
                <a:lnTo>
                  <a:pt x="523673" y="2330846"/>
                </a:lnTo>
                <a:lnTo>
                  <a:pt x="518043" y="2374477"/>
                </a:lnTo>
                <a:lnTo>
                  <a:pt x="516635" y="2419515"/>
                </a:lnTo>
                <a:lnTo>
                  <a:pt x="520858" y="2467368"/>
                </a:lnTo>
                <a:lnTo>
                  <a:pt x="526488" y="2515221"/>
                </a:lnTo>
                <a:lnTo>
                  <a:pt x="533525" y="2563074"/>
                </a:lnTo>
                <a:lnTo>
                  <a:pt x="539155" y="2610927"/>
                </a:lnTo>
                <a:lnTo>
                  <a:pt x="541970" y="2658781"/>
                </a:lnTo>
                <a:lnTo>
                  <a:pt x="541970" y="2705226"/>
                </a:lnTo>
                <a:lnTo>
                  <a:pt x="536340" y="2748857"/>
                </a:lnTo>
                <a:lnTo>
                  <a:pt x="525080" y="2792488"/>
                </a:lnTo>
                <a:lnTo>
                  <a:pt x="508191" y="2833304"/>
                </a:lnTo>
                <a:lnTo>
                  <a:pt x="487079" y="2875527"/>
                </a:lnTo>
                <a:lnTo>
                  <a:pt x="463153" y="2917751"/>
                </a:lnTo>
                <a:lnTo>
                  <a:pt x="437819" y="2959974"/>
                </a:lnTo>
                <a:lnTo>
                  <a:pt x="413892" y="3000790"/>
                </a:lnTo>
                <a:lnTo>
                  <a:pt x="392780" y="3044421"/>
                </a:lnTo>
                <a:lnTo>
                  <a:pt x="375891" y="3086644"/>
                </a:lnTo>
                <a:lnTo>
                  <a:pt x="364631" y="3130275"/>
                </a:lnTo>
                <a:lnTo>
                  <a:pt x="360409" y="3175313"/>
                </a:lnTo>
                <a:lnTo>
                  <a:pt x="364631" y="3220351"/>
                </a:lnTo>
                <a:lnTo>
                  <a:pt x="375891" y="3263982"/>
                </a:lnTo>
                <a:lnTo>
                  <a:pt x="392780" y="3306206"/>
                </a:lnTo>
                <a:lnTo>
                  <a:pt x="413892" y="3349836"/>
                </a:lnTo>
                <a:lnTo>
                  <a:pt x="437819" y="3390652"/>
                </a:lnTo>
                <a:lnTo>
                  <a:pt x="463153" y="3432876"/>
                </a:lnTo>
                <a:lnTo>
                  <a:pt x="487079" y="3475099"/>
                </a:lnTo>
                <a:lnTo>
                  <a:pt x="508191" y="3517322"/>
                </a:lnTo>
                <a:lnTo>
                  <a:pt x="525080" y="3558138"/>
                </a:lnTo>
                <a:lnTo>
                  <a:pt x="536340" y="3601769"/>
                </a:lnTo>
                <a:lnTo>
                  <a:pt x="541970" y="3645400"/>
                </a:lnTo>
                <a:lnTo>
                  <a:pt x="541970" y="3691846"/>
                </a:lnTo>
                <a:lnTo>
                  <a:pt x="539155" y="3739699"/>
                </a:lnTo>
                <a:lnTo>
                  <a:pt x="533525" y="3787552"/>
                </a:lnTo>
                <a:lnTo>
                  <a:pt x="526488" y="3835405"/>
                </a:lnTo>
                <a:lnTo>
                  <a:pt x="520858" y="3883258"/>
                </a:lnTo>
                <a:lnTo>
                  <a:pt x="516635" y="3931111"/>
                </a:lnTo>
                <a:lnTo>
                  <a:pt x="518043" y="3976150"/>
                </a:lnTo>
                <a:lnTo>
                  <a:pt x="523673" y="4019781"/>
                </a:lnTo>
                <a:lnTo>
                  <a:pt x="536340" y="4062004"/>
                </a:lnTo>
                <a:lnTo>
                  <a:pt x="554637" y="4097190"/>
                </a:lnTo>
                <a:lnTo>
                  <a:pt x="578563" y="4130969"/>
                </a:lnTo>
                <a:lnTo>
                  <a:pt x="606712" y="4160525"/>
                </a:lnTo>
                <a:lnTo>
                  <a:pt x="639083" y="4190081"/>
                </a:lnTo>
                <a:lnTo>
                  <a:pt x="672862" y="4216823"/>
                </a:lnTo>
                <a:lnTo>
                  <a:pt x="708048" y="4243564"/>
                </a:lnTo>
                <a:lnTo>
                  <a:pt x="743234" y="4270306"/>
                </a:lnTo>
                <a:lnTo>
                  <a:pt x="778420" y="4297047"/>
                </a:lnTo>
                <a:lnTo>
                  <a:pt x="810792" y="4325196"/>
                </a:lnTo>
                <a:lnTo>
                  <a:pt x="838941" y="4357567"/>
                </a:lnTo>
                <a:lnTo>
                  <a:pt x="864275" y="4388531"/>
                </a:lnTo>
                <a:lnTo>
                  <a:pt x="883979" y="4423717"/>
                </a:lnTo>
                <a:lnTo>
                  <a:pt x="900868" y="4461718"/>
                </a:lnTo>
                <a:lnTo>
                  <a:pt x="914943" y="4502534"/>
                </a:lnTo>
                <a:lnTo>
                  <a:pt x="927610" y="4544758"/>
                </a:lnTo>
                <a:lnTo>
                  <a:pt x="938869" y="4586981"/>
                </a:lnTo>
                <a:lnTo>
                  <a:pt x="950129" y="4630612"/>
                </a:lnTo>
                <a:lnTo>
                  <a:pt x="962796" y="4671428"/>
                </a:lnTo>
                <a:lnTo>
                  <a:pt x="976870" y="4712244"/>
                </a:lnTo>
                <a:lnTo>
                  <a:pt x="993760" y="4750245"/>
                </a:lnTo>
                <a:lnTo>
                  <a:pt x="1014871" y="4784024"/>
                </a:lnTo>
                <a:lnTo>
                  <a:pt x="1040205" y="4814987"/>
                </a:lnTo>
                <a:lnTo>
                  <a:pt x="1071169" y="4840321"/>
                </a:lnTo>
                <a:lnTo>
                  <a:pt x="1104948" y="4861433"/>
                </a:lnTo>
                <a:lnTo>
                  <a:pt x="1142949" y="4878322"/>
                </a:lnTo>
                <a:lnTo>
                  <a:pt x="1183765" y="4892397"/>
                </a:lnTo>
                <a:lnTo>
                  <a:pt x="1224581" y="4905064"/>
                </a:lnTo>
                <a:lnTo>
                  <a:pt x="1268212" y="4916323"/>
                </a:lnTo>
                <a:lnTo>
                  <a:pt x="1310435" y="4927583"/>
                </a:lnTo>
                <a:lnTo>
                  <a:pt x="1352658" y="4940250"/>
                </a:lnTo>
                <a:lnTo>
                  <a:pt x="1393474" y="4954324"/>
                </a:lnTo>
                <a:lnTo>
                  <a:pt x="1431475" y="4971214"/>
                </a:lnTo>
                <a:lnTo>
                  <a:pt x="1466661" y="4990918"/>
                </a:lnTo>
                <a:lnTo>
                  <a:pt x="1497625" y="5016252"/>
                </a:lnTo>
                <a:lnTo>
                  <a:pt x="1529996" y="5044401"/>
                </a:lnTo>
                <a:lnTo>
                  <a:pt x="1558145" y="5076772"/>
                </a:lnTo>
                <a:lnTo>
                  <a:pt x="1584887" y="5110551"/>
                </a:lnTo>
                <a:lnTo>
                  <a:pt x="1611628" y="5145737"/>
                </a:lnTo>
                <a:lnTo>
                  <a:pt x="1638370" y="5180923"/>
                </a:lnTo>
                <a:lnTo>
                  <a:pt x="1665111" y="5214702"/>
                </a:lnTo>
                <a:lnTo>
                  <a:pt x="1694668" y="5247073"/>
                </a:lnTo>
                <a:lnTo>
                  <a:pt x="1724224" y="5275222"/>
                </a:lnTo>
                <a:lnTo>
                  <a:pt x="1758003" y="5299149"/>
                </a:lnTo>
                <a:lnTo>
                  <a:pt x="1793189" y="5317446"/>
                </a:lnTo>
                <a:lnTo>
                  <a:pt x="1835412" y="5330113"/>
                </a:lnTo>
                <a:lnTo>
                  <a:pt x="1879043" y="5335742"/>
                </a:lnTo>
                <a:lnTo>
                  <a:pt x="1924081" y="5337150"/>
                </a:lnTo>
                <a:lnTo>
                  <a:pt x="1971934" y="5332927"/>
                </a:lnTo>
                <a:lnTo>
                  <a:pt x="2019788" y="5327298"/>
                </a:lnTo>
                <a:lnTo>
                  <a:pt x="2067641" y="5320260"/>
                </a:lnTo>
                <a:lnTo>
                  <a:pt x="2115494" y="5314631"/>
                </a:lnTo>
                <a:lnTo>
                  <a:pt x="2163347" y="5311816"/>
                </a:lnTo>
                <a:lnTo>
                  <a:pt x="2209793" y="5311816"/>
                </a:lnTo>
                <a:lnTo>
                  <a:pt x="2253424" y="5317446"/>
                </a:lnTo>
                <a:lnTo>
                  <a:pt x="2297055" y="5328705"/>
                </a:lnTo>
                <a:lnTo>
                  <a:pt x="2339278" y="5345594"/>
                </a:lnTo>
                <a:lnTo>
                  <a:pt x="2381501" y="5368114"/>
                </a:lnTo>
                <a:lnTo>
                  <a:pt x="2423725" y="5390633"/>
                </a:lnTo>
                <a:lnTo>
                  <a:pt x="2465948" y="5415967"/>
                </a:lnTo>
                <a:lnTo>
                  <a:pt x="2506764" y="5439893"/>
                </a:lnTo>
                <a:lnTo>
                  <a:pt x="2550395" y="5461005"/>
                </a:lnTo>
                <a:lnTo>
                  <a:pt x="2592618" y="5477894"/>
                </a:lnTo>
                <a:lnTo>
                  <a:pt x="2636249" y="5489154"/>
                </a:lnTo>
                <a:lnTo>
                  <a:pt x="2681287" y="5493376"/>
                </a:lnTo>
                <a:lnTo>
                  <a:pt x="2726325" y="5489154"/>
                </a:lnTo>
                <a:lnTo>
                  <a:pt x="2769956" y="5477894"/>
                </a:lnTo>
                <a:lnTo>
                  <a:pt x="2812180" y="5461005"/>
                </a:lnTo>
                <a:lnTo>
                  <a:pt x="2855810" y="5439893"/>
                </a:lnTo>
                <a:lnTo>
                  <a:pt x="2896626" y="5415967"/>
                </a:lnTo>
                <a:lnTo>
                  <a:pt x="2938850" y="5390633"/>
                </a:lnTo>
                <a:lnTo>
                  <a:pt x="2981073" y="5368114"/>
                </a:lnTo>
                <a:lnTo>
                  <a:pt x="3023296" y="5345594"/>
                </a:lnTo>
                <a:lnTo>
                  <a:pt x="3064112" y="5328705"/>
                </a:lnTo>
                <a:lnTo>
                  <a:pt x="3109151" y="5317446"/>
                </a:lnTo>
                <a:lnTo>
                  <a:pt x="3152781" y="5311816"/>
                </a:lnTo>
                <a:lnTo>
                  <a:pt x="3199227" y="5311816"/>
                </a:lnTo>
                <a:lnTo>
                  <a:pt x="3247080" y="5314631"/>
                </a:lnTo>
                <a:lnTo>
                  <a:pt x="3294933" y="5320260"/>
                </a:lnTo>
                <a:lnTo>
                  <a:pt x="3342787" y="5327298"/>
                </a:lnTo>
                <a:lnTo>
                  <a:pt x="3390640" y="5332927"/>
                </a:lnTo>
                <a:lnTo>
                  <a:pt x="3438493" y="5337150"/>
                </a:lnTo>
                <a:lnTo>
                  <a:pt x="3483531" y="5335742"/>
                </a:lnTo>
                <a:lnTo>
                  <a:pt x="3527162" y="5330113"/>
                </a:lnTo>
                <a:lnTo>
                  <a:pt x="3569385" y="5317446"/>
                </a:lnTo>
                <a:lnTo>
                  <a:pt x="3604572" y="5299149"/>
                </a:lnTo>
                <a:lnTo>
                  <a:pt x="3638350" y="5275222"/>
                </a:lnTo>
                <a:lnTo>
                  <a:pt x="3667907" y="5247073"/>
                </a:lnTo>
                <a:lnTo>
                  <a:pt x="3697463" y="5214702"/>
                </a:lnTo>
                <a:lnTo>
                  <a:pt x="3724204" y="5180923"/>
                </a:lnTo>
                <a:lnTo>
                  <a:pt x="3750946" y="5145737"/>
                </a:lnTo>
                <a:lnTo>
                  <a:pt x="3777687" y="5110551"/>
                </a:lnTo>
                <a:lnTo>
                  <a:pt x="3804429" y="5076772"/>
                </a:lnTo>
                <a:lnTo>
                  <a:pt x="3832578" y="5044401"/>
                </a:lnTo>
                <a:lnTo>
                  <a:pt x="3864949" y="5016252"/>
                </a:lnTo>
                <a:lnTo>
                  <a:pt x="3895913" y="4990918"/>
                </a:lnTo>
                <a:lnTo>
                  <a:pt x="3931099" y="4971214"/>
                </a:lnTo>
                <a:lnTo>
                  <a:pt x="3969100" y="4954324"/>
                </a:lnTo>
                <a:lnTo>
                  <a:pt x="4009916" y="4940250"/>
                </a:lnTo>
                <a:lnTo>
                  <a:pt x="4052139" y="4927583"/>
                </a:lnTo>
                <a:lnTo>
                  <a:pt x="4094363" y="4916323"/>
                </a:lnTo>
                <a:lnTo>
                  <a:pt x="4137993" y="4905064"/>
                </a:lnTo>
                <a:lnTo>
                  <a:pt x="4178809" y="4892397"/>
                </a:lnTo>
                <a:lnTo>
                  <a:pt x="4219625" y="4878322"/>
                </a:lnTo>
                <a:lnTo>
                  <a:pt x="4257626" y="4861433"/>
                </a:lnTo>
                <a:lnTo>
                  <a:pt x="4291405" y="4840321"/>
                </a:lnTo>
                <a:lnTo>
                  <a:pt x="4322369" y="4814987"/>
                </a:lnTo>
                <a:lnTo>
                  <a:pt x="4347703" y="4784024"/>
                </a:lnTo>
                <a:lnTo>
                  <a:pt x="4368815" y="4750245"/>
                </a:lnTo>
                <a:lnTo>
                  <a:pt x="4385704" y="4712244"/>
                </a:lnTo>
                <a:lnTo>
                  <a:pt x="4399778" y="4671428"/>
                </a:lnTo>
                <a:lnTo>
                  <a:pt x="4412445" y="4630612"/>
                </a:lnTo>
                <a:lnTo>
                  <a:pt x="4423705" y="4586981"/>
                </a:lnTo>
                <a:lnTo>
                  <a:pt x="4434964" y="4544758"/>
                </a:lnTo>
                <a:lnTo>
                  <a:pt x="4447632" y="4502534"/>
                </a:lnTo>
                <a:lnTo>
                  <a:pt x="4461706" y="4461718"/>
                </a:lnTo>
                <a:lnTo>
                  <a:pt x="4478595" y="4423717"/>
                </a:lnTo>
                <a:lnTo>
                  <a:pt x="4498300" y="4388531"/>
                </a:lnTo>
                <a:lnTo>
                  <a:pt x="4523634" y="4357567"/>
                </a:lnTo>
                <a:lnTo>
                  <a:pt x="4551782" y="4325196"/>
                </a:lnTo>
                <a:lnTo>
                  <a:pt x="4584154" y="4297047"/>
                </a:lnTo>
                <a:lnTo>
                  <a:pt x="4617933" y="4270306"/>
                </a:lnTo>
                <a:lnTo>
                  <a:pt x="4654526" y="4243564"/>
                </a:lnTo>
                <a:lnTo>
                  <a:pt x="4689712" y="4216823"/>
                </a:lnTo>
                <a:lnTo>
                  <a:pt x="4723491" y="4190081"/>
                </a:lnTo>
                <a:lnTo>
                  <a:pt x="4755862" y="4160525"/>
                </a:lnTo>
                <a:lnTo>
                  <a:pt x="4784011" y="4130969"/>
                </a:lnTo>
                <a:lnTo>
                  <a:pt x="4807938" y="4097190"/>
                </a:lnTo>
                <a:lnTo>
                  <a:pt x="4826235" y="4062004"/>
                </a:lnTo>
                <a:lnTo>
                  <a:pt x="4838902" y="4019781"/>
                </a:lnTo>
                <a:lnTo>
                  <a:pt x="4844531" y="3976150"/>
                </a:lnTo>
                <a:lnTo>
                  <a:pt x="4845939" y="3931111"/>
                </a:lnTo>
                <a:lnTo>
                  <a:pt x="4841716" y="3883258"/>
                </a:lnTo>
                <a:lnTo>
                  <a:pt x="4836087" y="3835405"/>
                </a:lnTo>
                <a:lnTo>
                  <a:pt x="4829049" y="3787552"/>
                </a:lnTo>
                <a:lnTo>
                  <a:pt x="4823420" y="3739699"/>
                </a:lnTo>
                <a:lnTo>
                  <a:pt x="4820605" y="3691846"/>
                </a:lnTo>
                <a:lnTo>
                  <a:pt x="4820605" y="3645400"/>
                </a:lnTo>
                <a:lnTo>
                  <a:pt x="4826235" y="3601769"/>
                </a:lnTo>
                <a:lnTo>
                  <a:pt x="4837494" y="3558138"/>
                </a:lnTo>
                <a:lnTo>
                  <a:pt x="4854383" y="3517322"/>
                </a:lnTo>
                <a:lnTo>
                  <a:pt x="4876903" y="3475099"/>
                </a:lnTo>
                <a:lnTo>
                  <a:pt x="4899422" y="3432876"/>
                </a:lnTo>
                <a:lnTo>
                  <a:pt x="4924756" y="3390652"/>
                </a:lnTo>
                <a:lnTo>
                  <a:pt x="4948682" y="3349836"/>
                </a:lnTo>
                <a:lnTo>
                  <a:pt x="4969794" y="3306206"/>
                </a:lnTo>
                <a:lnTo>
                  <a:pt x="4986683" y="3263982"/>
                </a:lnTo>
                <a:lnTo>
                  <a:pt x="4997943" y="3220351"/>
                </a:lnTo>
                <a:lnTo>
                  <a:pt x="5002165" y="3175313"/>
                </a:lnTo>
                <a:lnTo>
                  <a:pt x="4997943" y="3130275"/>
                </a:lnTo>
                <a:lnTo>
                  <a:pt x="4986683" y="3086644"/>
                </a:lnTo>
                <a:lnTo>
                  <a:pt x="4969794" y="3044421"/>
                </a:lnTo>
                <a:lnTo>
                  <a:pt x="4948682" y="3000790"/>
                </a:lnTo>
                <a:lnTo>
                  <a:pt x="4924756" y="2959974"/>
                </a:lnTo>
                <a:lnTo>
                  <a:pt x="4899422" y="2917751"/>
                </a:lnTo>
                <a:lnTo>
                  <a:pt x="4876903" y="2875527"/>
                </a:lnTo>
                <a:lnTo>
                  <a:pt x="4854383" y="2833304"/>
                </a:lnTo>
                <a:lnTo>
                  <a:pt x="4837494" y="2792488"/>
                </a:lnTo>
                <a:lnTo>
                  <a:pt x="4826235" y="2748857"/>
                </a:lnTo>
                <a:lnTo>
                  <a:pt x="4820605" y="2705226"/>
                </a:lnTo>
                <a:lnTo>
                  <a:pt x="4820605" y="2658781"/>
                </a:lnTo>
                <a:lnTo>
                  <a:pt x="4823420" y="2610927"/>
                </a:lnTo>
                <a:lnTo>
                  <a:pt x="4829049" y="2563074"/>
                </a:lnTo>
                <a:lnTo>
                  <a:pt x="4836087" y="2515221"/>
                </a:lnTo>
                <a:lnTo>
                  <a:pt x="4841716" y="2467368"/>
                </a:lnTo>
                <a:lnTo>
                  <a:pt x="4845939" y="2419515"/>
                </a:lnTo>
                <a:lnTo>
                  <a:pt x="4844531" y="2374477"/>
                </a:lnTo>
                <a:lnTo>
                  <a:pt x="4838902" y="2330846"/>
                </a:lnTo>
                <a:lnTo>
                  <a:pt x="4826235" y="2288622"/>
                </a:lnTo>
                <a:lnTo>
                  <a:pt x="4807938" y="2253436"/>
                </a:lnTo>
                <a:lnTo>
                  <a:pt x="4784011" y="2219658"/>
                </a:lnTo>
                <a:lnTo>
                  <a:pt x="4755862" y="2190101"/>
                </a:lnTo>
                <a:lnTo>
                  <a:pt x="4723491" y="2160545"/>
                </a:lnTo>
                <a:lnTo>
                  <a:pt x="4689712" y="2133803"/>
                </a:lnTo>
                <a:lnTo>
                  <a:pt x="4654526" y="2107062"/>
                </a:lnTo>
                <a:lnTo>
                  <a:pt x="4617933" y="2080320"/>
                </a:lnTo>
                <a:lnTo>
                  <a:pt x="4584154" y="2053579"/>
                </a:lnTo>
                <a:lnTo>
                  <a:pt x="4551782" y="2025430"/>
                </a:lnTo>
                <a:lnTo>
                  <a:pt x="4523634" y="1993059"/>
                </a:lnTo>
                <a:lnTo>
                  <a:pt x="4498300" y="1962095"/>
                </a:lnTo>
                <a:lnTo>
                  <a:pt x="4478595" y="1926909"/>
                </a:lnTo>
                <a:lnTo>
                  <a:pt x="4461706" y="1888908"/>
                </a:lnTo>
                <a:lnTo>
                  <a:pt x="4447632" y="1848092"/>
                </a:lnTo>
                <a:lnTo>
                  <a:pt x="4434964" y="1805868"/>
                </a:lnTo>
                <a:lnTo>
                  <a:pt x="4423705" y="1763645"/>
                </a:lnTo>
                <a:lnTo>
                  <a:pt x="4412445" y="1720014"/>
                </a:lnTo>
                <a:lnTo>
                  <a:pt x="4399778" y="1679198"/>
                </a:lnTo>
                <a:lnTo>
                  <a:pt x="4385704" y="1638382"/>
                </a:lnTo>
                <a:lnTo>
                  <a:pt x="4368815" y="1600381"/>
                </a:lnTo>
                <a:lnTo>
                  <a:pt x="4347703" y="1566603"/>
                </a:lnTo>
                <a:lnTo>
                  <a:pt x="4322369" y="1535639"/>
                </a:lnTo>
                <a:lnTo>
                  <a:pt x="4291405" y="1510305"/>
                </a:lnTo>
                <a:lnTo>
                  <a:pt x="4257626" y="1489193"/>
                </a:lnTo>
                <a:lnTo>
                  <a:pt x="4219625" y="1472304"/>
                </a:lnTo>
                <a:lnTo>
                  <a:pt x="4178809" y="1458229"/>
                </a:lnTo>
                <a:lnTo>
                  <a:pt x="4137993" y="1445562"/>
                </a:lnTo>
                <a:lnTo>
                  <a:pt x="4094363" y="1434303"/>
                </a:lnTo>
                <a:lnTo>
                  <a:pt x="4052139" y="1423043"/>
                </a:lnTo>
                <a:lnTo>
                  <a:pt x="4009916" y="1410376"/>
                </a:lnTo>
                <a:lnTo>
                  <a:pt x="3969100" y="1396302"/>
                </a:lnTo>
                <a:lnTo>
                  <a:pt x="3931099" y="1379412"/>
                </a:lnTo>
                <a:lnTo>
                  <a:pt x="3895913" y="1359708"/>
                </a:lnTo>
                <a:lnTo>
                  <a:pt x="3864949" y="1334374"/>
                </a:lnTo>
                <a:lnTo>
                  <a:pt x="3832578" y="1306225"/>
                </a:lnTo>
                <a:lnTo>
                  <a:pt x="3804429" y="1273854"/>
                </a:lnTo>
                <a:lnTo>
                  <a:pt x="3777687" y="1240075"/>
                </a:lnTo>
                <a:lnTo>
                  <a:pt x="3750946" y="1204889"/>
                </a:lnTo>
                <a:lnTo>
                  <a:pt x="3724204" y="1169703"/>
                </a:lnTo>
                <a:lnTo>
                  <a:pt x="3697463" y="1135924"/>
                </a:lnTo>
                <a:lnTo>
                  <a:pt x="3667907" y="1103553"/>
                </a:lnTo>
                <a:lnTo>
                  <a:pt x="3638350" y="1075404"/>
                </a:lnTo>
                <a:lnTo>
                  <a:pt x="3604572" y="1051478"/>
                </a:lnTo>
                <a:lnTo>
                  <a:pt x="3569385" y="1033181"/>
                </a:lnTo>
                <a:lnTo>
                  <a:pt x="3527162" y="1020514"/>
                </a:lnTo>
                <a:lnTo>
                  <a:pt x="3483531" y="1014884"/>
                </a:lnTo>
                <a:lnTo>
                  <a:pt x="3438493" y="1013477"/>
                </a:lnTo>
                <a:lnTo>
                  <a:pt x="3390640" y="1017699"/>
                </a:lnTo>
                <a:lnTo>
                  <a:pt x="3342787" y="1023329"/>
                </a:lnTo>
                <a:lnTo>
                  <a:pt x="3294933" y="1030366"/>
                </a:lnTo>
                <a:lnTo>
                  <a:pt x="3247080" y="1035996"/>
                </a:lnTo>
                <a:lnTo>
                  <a:pt x="3199227" y="1038811"/>
                </a:lnTo>
                <a:lnTo>
                  <a:pt x="3152781" y="1038811"/>
                </a:lnTo>
                <a:lnTo>
                  <a:pt x="3109151" y="1033181"/>
                </a:lnTo>
                <a:lnTo>
                  <a:pt x="3064112" y="1021921"/>
                </a:lnTo>
                <a:lnTo>
                  <a:pt x="3023296" y="1005032"/>
                </a:lnTo>
                <a:lnTo>
                  <a:pt x="2981073" y="982513"/>
                </a:lnTo>
                <a:lnTo>
                  <a:pt x="2938850" y="959994"/>
                </a:lnTo>
                <a:lnTo>
                  <a:pt x="2896626" y="934660"/>
                </a:lnTo>
                <a:lnTo>
                  <a:pt x="2855810" y="910733"/>
                </a:lnTo>
                <a:lnTo>
                  <a:pt x="2812180" y="889621"/>
                </a:lnTo>
                <a:lnTo>
                  <a:pt x="2769956" y="872732"/>
                </a:lnTo>
                <a:lnTo>
                  <a:pt x="2726325" y="861472"/>
                </a:lnTo>
                <a:lnTo>
                  <a:pt x="2681287" y="857250"/>
                </a:lnTo>
                <a:close/>
              </a:path>
            </a:pathLst>
          </a:custGeom>
          <a:solidFill>
            <a:schemeClr val="tx2"/>
          </a:solidFill>
          <a:ln w="101600">
            <a:noFill/>
            <a:prstDash val="solid"/>
            <a:round/>
            <a:headEnd/>
            <a:tailEnd/>
          </a:ln>
        </p:spPr>
      </p:sp>
      <p:sp>
        <p:nvSpPr>
          <p:cNvPr id="13" name="Rectangle 12">
            <a:extLst>
              <a:ext uri="{FF2B5EF4-FFF2-40B4-BE49-F238E27FC236}">
                <a16:creationId xmlns:a16="http://schemas.microsoft.com/office/drawing/2014/main" id="{B0E1F691-4DE9-4310-A05E-A94F4630FC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362574" y="0"/>
            <a:ext cx="76202" cy="6858000"/>
          </a:xfrm>
          <a:prstGeom prst="rect">
            <a:avLst/>
          </a:prstGeom>
          <a:solidFill>
            <a:schemeClr val="bg2"/>
          </a:solidFill>
          <a:ln w="0">
            <a:noFill/>
            <a:prstDash val="solid"/>
            <a:round/>
            <a:headEnd/>
            <a:tailEnd/>
          </a:ln>
        </p:spPr>
        <p:txBody>
          <a:bodyPr rtlCol="0" anchor="ctr"/>
          <a:lstStyle/>
          <a:p>
            <a:pPr algn="ctr"/>
            <a:endParaRPr lang="en-US"/>
          </a:p>
        </p:txBody>
      </p:sp>
    </p:spTree>
    <p:extLst>
      <p:ext uri="{BB962C8B-B14F-4D97-AF65-F5344CB8AC3E}">
        <p14:creationId xmlns:p14="http://schemas.microsoft.com/office/powerpoint/2010/main" val="3827535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4BF332D5-5FBA-4AE7-B45B-04FD47176F40}"/>
              </a:ext>
            </a:extLst>
          </p:cNvPr>
          <p:cNvPicPr>
            <a:picLocks noChangeAspect="1"/>
          </p:cNvPicPr>
          <p:nvPr/>
        </p:nvPicPr>
        <p:blipFill rotWithShape="1">
          <a:blip r:embed="rId2"/>
          <a:srcRect l="16491" r="22892" b="-3"/>
          <a:stretch/>
        </p:blipFill>
        <p:spPr>
          <a:xfrm>
            <a:off x="7373816" y="2145636"/>
            <a:ext cx="4261588" cy="3954707"/>
          </a:xfrm>
          <a:prstGeom prst="rect">
            <a:avLst/>
          </a:prstGeom>
        </p:spPr>
      </p:pic>
      <p:sp>
        <p:nvSpPr>
          <p:cNvPr id="9" name="Freeform 8">
            <a:extLst>
              <a:ext uri="{FF2B5EF4-FFF2-40B4-BE49-F238E27FC236}">
                <a16:creationId xmlns:a16="http://schemas.microsoft.com/office/drawing/2014/main" id="{F2AF447E-E08D-4A51-ABEE-3A2D71E1E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5" fmla="*/ 9528486 w 12192000"/>
              <a:gd name="connsiteY5" fmla="*/ 2197353 h 6858000"/>
              <a:gd name="connsiteX6" fmla="*/ 9491031 w 12192000"/>
              <a:gd name="connsiteY6" fmla="*/ 2200864 h 6858000"/>
              <a:gd name="connsiteX7" fmla="*/ 9454747 w 12192000"/>
              <a:gd name="connsiteY7" fmla="*/ 2210228 h 6858000"/>
              <a:gd name="connsiteX8" fmla="*/ 9419633 w 12192000"/>
              <a:gd name="connsiteY8" fmla="*/ 2224273 h 6858000"/>
              <a:gd name="connsiteX9" fmla="*/ 9383349 w 12192000"/>
              <a:gd name="connsiteY9" fmla="*/ 2241830 h 6858000"/>
              <a:gd name="connsiteX10" fmla="*/ 9349405 w 12192000"/>
              <a:gd name="connsiteY10" fmla="*/ 2261728 h 6858000"/>
              <a:gd name="connsiteX11" fmla="*/ 9314292 w 12192000"/>
              <a:gd name="connsiteY11" fmla="*/ 2282796 h 6858000"/>
              <a:gd name="connsiteX12" fmla="*/ 9279178 w 12192000"/>
              <a:gd name="connsiteY12" fmla="*/ 2301524 h 6858000"/>
              <a:gd name="connsiteX13" fmla="*/ 9244064 w 12192000"/>
              <a:gd name="connsiteY13" fmla="*/ 2320251 h 6858000"/>
              <a:gd name="connsiteX14" fmla="*/ 9208950 w 12192000"/>
              <a:gd name="connsiteY14" fmla="*/ 2334296 h 6858000"/>
              <a:gd name="connsiteX15" fmla="*/ 9172666 w 12192000"/>
              <a:gd name="connsiteY15" fmla="*/ 2343660 h 6858000"/>
              <a:gd name="connsiteX16" fmla="*/ 9136382 w 12192000"/>
              <a:gd name="connsiteY16" fmla="*/ 2348342 h 6858000"/>
              <a:gd name="connsiteX17" fmla="*/ 9097757 w 12192000"/>
              <a:gd name="connsiteY17" fmla="*/ 2348342 h 6858000"/>
              <a:gd name="connsiteX18" fmla="*/ 9057961 w 12192000"/>
              <a:gd name="connsiteY18" fmla="*/ 2346001 h 6858000"/>
              <a:gd name="connsiteX19" fmla="*/ 9018166 w 12192000"/>
              <a:gd name="connsiteY19" fmla="*/ 2341319 h 6858000"/>
              <a:gd name="connsiteX20" fmla="*/ 8978370 w 12192000"/>
              <a:gd name="connsiteY20" fmla="*/ 2335467 h 6858000"/>
              <a:gd name="connsiteX21" fmla="*/ 8938575 w 12192000"/>
              <a:gd name="connsiteY21" fmla="*/ 2330785 h 6858000"/>
              <a:gd name="connsiteX22" fmla="*/ 8898779 w 12192000"/>
              <a:gd name="connsiteY22" fmla="*/ 2327274 h 6858000"/>
              <a:gd name="connsiteX23" fmla="*/ 8861324 w 12192000"/>
              <a:gd name="connsiteY23" fmla="*/ 2328444 h 6858000"/>
              <a:gd name="connsiteX24" fmla="*/ 8825040 w 12192000"/>
              <a:gd name="connsiteY24" fmla="*/ 2333126 h 6858000"/>
              <a:gd name="connsiteX25" fmla="*/ 8789926 w 12192000"/>
              <a:gd name="connsiteY25" fmla="*/ 2343660 h 6858000"/>
              <a:gd name="connsiteX26" fmla="*/ 8760665 w 12192000"/>
              <a:gd name="connsiteY26" fmla="*/ 2358876 h 6858000"/>
              <a:gd name="connsiteX27" fmla="*/ 8732574 w 12192000"/>
              <a:gd name="connsiteY27" fmla="*/ 2378774 h 6858000"/>
              <a:gd name="connsiteX28" fmla="*/ 8707994 w 12192000"/>
              <a:gd name="connsiteY28" fmla="*/ 2402183 h 6858000"/>
              <a:gd name="connsiteX29" fmla="*/ 8683415 w 12192000"/>
              <a:gd name="connsiteY29" fmla="*/ 2429103 h 6858000"/>
              <a:gd name="connsiteX30" fmla="*/ 8661176 w 12192000"/>
              <a:gd name="connsiteY30" fmla="*/ 2457194 h 6858000"/>
              <a:gd name="connsiteX31" fmla="*/ 8638937 w 12192000"/>
              <a:gd name="connsiteY31" fmla="*/ 2486456 h 6858000"/>
              <a:gd name="connsiteX32" fmla="*/ 8616699 w 12192000"/>
              <a:gd name="connsiteY32" fmla="*/ 2515717 h 6858000"/>
              <a:gd name="connsiteX33" fmla="*/ 8594460 w 12192000"/>
              <a:gd name="connsiteY33" fmla="*/ 2543808 h 6858000"/>
              <a:gd name="connsiteX34" fmla="*/ 8571051 w 12192000"/>
              <a:gd name="connsiteY34" fmla="*/ 2570729 h 6858000"/>
              <a:gd name="connsiteX35" fmla="*/ 8544130 w 12192000"/>
              <a:gd name="connsiteY35" fmla="*/ 2594138 h 6858000"/>
              <a:gd name="connsiteX36" fmla="*/ 8518380 w 12192000"/>
              <a:gd name="connsiteY36" fmla="*/ 2615206 h 6858000"/>
              <a:gd name="connsiteX37" fmla="*/ 8489119 w 12192000"/>
              <a:gd name="connsiteY37" fmla="*/ 2631593 h 6858000"/>
              <a:gd name="connsiteX38" fmla="*/ 8457516 w 12192000"/>
              <a:gd name="connsiteY38" fmla="*/ 2645638 h 6858000"/>
              <a:gd name="connsiteX39" fmla="*/ 8423573 w 12192000"/>
              <a:gd name="connsiteY39" fmla="*/ 2657343 h 6858000"/>
              <a:gd name="connsiteX40" fmla="*/ 8388459 w 12192000"/>
              <a:gd name="connsiteY40" fmla="*/ 2667877 h 6858000"/>
              <a:gd name="connsiteX41" fmla="*/ 8353346 w 12192000"/>
              <a:gd name="connsiteY41" fmla="*/ 2677241 h 6858000"/>
              <a:gd name="connsiteX42" fmla="*/ 8317062 w 12192000"/>
              <a:gd name="connsiteY42" fmla="*/ 2686604 h 6858000"/>
              <a:gd name="connsiteX43" fmla="*/ 8283118 w 12192000"/>
              <a:gd name="connsiteY43" fmla="*/ 2697138 h 6858000"/>
              <a:gd name="connsiteX44" fmla="*/ 8249175 w 12192000"/>
              <a:gd name="connsiteY44" fmla="*/ 2708843 h 6858000"/>
              <a:gd name="connsiteX45" fmla="*/ 8217573 w 12192000"/>
              <a:gd name="connsiteY45" fmla="*/ 2722888 h 6858000"/>
              <a:gd name="connsiteX46" fmla="*/ 8189482 w 12192000"/>
              <a:gd name="connsiteY46" fmla="*/ 2740445 h 6858000"/>
              <a:gd name="connsiteX47" fmla="*/ 8163732 w 12192000"/>
              <a:gd name="connsiteY47" fmla="*/ 2761514 h 6858000"/>
              <a:gd name="connsiteX48" fmla="*/ 8142663 w 12192000"/>
              <a:gd name="connsiteY48" fmla="*/ 2787264 h 6858000"/>
              <a:gd name="connsiteX49" fmla="*/ 8125106 w 12192000"/>
              <a:gd name="connsiteY49" fmla="*/ 2815355 h 6858000"/>
              <a:gd name="connsiteX50" fmla="*/ 8111061 w 12192000"/>
              <a:gd name="connsiteY50" fmla="*/ 2846957 h 6858000"/>
              <a:gd name="connsiteX51" fmla="*/ 8099356 w 12192000"/>
              <a:gd name="connsiteY51" fmla="*/ 2880900 h 6858000"/>
              <a:gd name="connsiteX52" fmla="*/ 8088822 w 12192000"/>
              <a:gd name="connsiteY52" fmla="*/ 2914844 h 6858000"/>
              <a:gd name="connsiteX53" fmla="*/ 8079459 w 12192000"/>
              <a:gd name="connsiteY53" fmla="*/ 2951128 h 6858000"/>
              <a:gd name="connsiteX54" fmla="*/ 8070095 w 12192000"/>
              <a:gd name="connsiteY54" fmla="*/ 2986242 h 6858000"/>
              <a:gd name="connsiteX55" fmla="*/ 8059561 w 12192000"/>
              <a:gd name="connsiteY55" fmla="*/ 3021355 h 6858000"/>
              <a:gd name="connsiteX56" fmla="*/ 8047856 w 12192000"/>
              <a:gd name="connsiteY56" fmla="*/ 3055299 h 6858000"/>
              <a:gd name="connsiteX57" fmla="*/ 8033811 w 12192000"/>
              <a:gd name="connsiteY57" fmla="*/ 3086901 h 6858000"/>
              <a:gd name="connsiteX58" fmla="*/ 8017424 w 12192000"/>
              <a:gd name="connsiteY58" fmla="*/ 3116162 h 6858000"/>
              <a:gd name="connsiteX59" fmla="*/ 7996356 w 12192000"/>
              <a:gd name="connsiteY59" fmla="*/ 3141913 h 6858000"/>
              <a:gd name="connsiteX60" fmla="*/ 7972947 w 12192000"/>
              <a:gd name="connsiteY60" fmla="*/ 3168833 h 6858000"/>
              <a:gd name="connsiteX61" fmla="*/ 7946026 w 12192000"/>
              <a:gd name="connsiteY61" fmla="*/ 3192242 h 6858000"/>
              <a:gd name="connsiteX62" fmla="*/ 7916765 w 12192000"/>
              <a:gd name="connsiteY62" fmla="*/ 3214481 h 6858000"/>
              <a:gd name="connsiteX63" fmla="*/ 7887503 w 12192000"/>
              <a:gd name="connsiteY63" fmla="*/ 3236720 h 6858000"/>
              <a:gd name="connsiteX64" fmla="*/ 7858242 w 12192000"/>
              <a:gd name="connsiteY64" fmla="*/ 3258958 h 6858000"/>
              <a:gd name="connsiteX65" fmla="*/ 7830151 w 12192000"/>
              <a:gd name="connsiteY65" fmla="*/ 3281197 h 6858000"/>
              <a:gd name="connsiteX66" fmla="*/ 7803230 w 12192000"/>
              <a:gd name="connsiteY66" fmla="*/ 3305777 h 6858000"/>
              <a:gd name="connsiteX67" fmla="*/ 7779821 w 12192000"/>
              <a:gd name="connsiteY67" fmla="*/ 3330356 h 6858000"/>
              <a:gd name="connsiteX68" fmla="*/ 7759923 w 12192000"/>
              <a:gd name="connsiteY68" fmla="*/ 3358447 h 6858000"/>
              <a:gd name="connsiteX69" fmla="*/ 7744708 w 12192000"/>
              <a:gd name="connsiteY69" fmla="*/ 3387709 h 6858000"/>
              <a:gd name="connsiteX70" fmla="*/ 7734173 w 12192000"/>
              <a:gd name="connsiteY70" fmla="*/ 3422822 h 6858000"/>
              <a:gd name="connsiteX71" fmla="*/ 7729492 w 12192000"/>
              <a:gd name="connsiteY71" fmla="*/ 3459107 h 6858000"/>
              <a:gd name="connsiteX72" fmla="*/ 7728321 w 12192000"/>
              <a:gd name="connsiteY72" fmla="*/ 3496561 h 6858000"/>
              <a:gd name="connsiteX73" fmla="*/ 7731832 w 12192000"/>
              <a:gd name="connsiteY73" fmla="*/ 3536357 h 6858000"/>
              <a:gd name="connsiteX74" fmla="*/ 7736514 w 12192000"/>
              <a:gd name="connsiteY74" fmla="*/ 3576152 h 6858000"/>
              <a:gd name="connsiteX75" fmla="*/ 7742367 w 12192000"/>
              <a:gd name="connsiteY75" fmla="*/ 3615948 h 6858000"/>
              <a:gd name="connsiteX76" fmla="*/ 7747048 w 12192000"/>
              <a:gd name="connsiteY76" fmla="*/ 3655744 h 6858000"/>
              <a:gd name="connsiteX77" fmla="*/ 7749389 w 12192000"/>
              <a:gd name="connsiteY77" fmla="*/ 3695539 h 6858000"/>
              <a:gd name="connsiteX78" fmla="*/ 7749389 w 12192000"/>
              <a:gd name="connsiteY78" fmla="*/ 3734164 h 6858000"/>
              <a:gd name="connsiteX79" fmla="*/ 7744708 w 12192000"/>
              <a:gd name="connsiteY79" fmla="*/ 3770449 h 6858000"/>
              <a:gd name="connsiteX80" fmla="*/ 7735344 w 12192000"/>
              <a:gd name="connsiteY80" fmla="*/ 3806733 h 6858000"/>
              <a:gd name="connsiteX81" fmla="*/ 7721298 w 12192000"/>
              <a:gd name="connsiteY81" fmla="*/ 3840676 h 6858000"/>
              <a:gd name="connsiteX82" fmla="*/ 7703741 w 12192000"/>
              <a:gd name="connsiteY82" fmla="*/ 3875790 h 6858000"/>
              <a:gd name="connsiteX83" fmla="*/ 7683844 w 12192000"/>
              <a:gd name="connsiteY83" fmla="*/ 3910903 h 6858000"/>
              <a:gd name="connsiteX84" fmla="*/ 7662775 w 12192000"/>
              <a:gd name="connsiteY84" fmla="*/ 3946017 h 6858000"/>
              <a:gd name="connsiteX85" fmla="*/ 7642878 w 12192000"/>
              <a:gd name="connsiteY85" fmla="*/ 3979961 h 6858000"/>
              <a:gd name="connsiteX86" fmla="*/ 7625321 w 12192000"/>
              <a:gd name="connsiteY86" fmla="*/ 4016245 h 6858000"/>
              <a:gd name="connsiteX87" fmla="*/ 7611275 w 12192000"/>
              <a:gd name="connsiteY87" fmla="*/ 4051358 h 6858000"/>
              <a:gd name="connsiteX88" fmla="*/ 7601912 w 12192000"/>
              <a:gd name="connsiteY88" fmla="*/ 4087643 h 6858000"/>
              <a:gd name="connsiteX89" fmla="*/ 7598400 w 12192000"/>
              <a:gd name="connsiteY89" fmla="*/ 4125097 h 6858000"/>
              <a:gd name="connsiteX90" fmla="*/ 7601912 w 12192000"/>
              <a:gd name="connsiteY90" fmla="*/ 4162552 h 6858000"/>
              <a:gd name="connsiteX91" fmla="*/ 7611275 w 12192000"/>
              <a:gd name="connsiteY91" fmla="*/ 4198836 h 6858000"/>
              <a:gd name="connsiteX92" fmla="*/ 7625321 w 12192000"/>
              <a:gd name="connsiteY92" fmla="*/ 4233950 h 6858000"/>
              <a:gd name="connsiteX93" fmla="*/ 7642878 w 12192000"/>
              <a:gd name="connsiteY93" fmla="*/ 4270234 h 6858000"/>
              <a:gd name="connsiteX94" fmla="*/ 7662775 w 12192000"/>
              <a:gd name="connsiteY94" fmla="*/ 4304177 h 6858000"/>
              <a:gd name="connsiteX95" fmla="*/ 7683844 w 12192000"/>
              <a:gd name="connsiteY95" fmla="*/ 4339291 h 6858000"/>
              <a:gd name="connsiteX96" fmla="*/ 7703741 w 12192000"/>
              <a:gd name="connsiteY96" fmla="*/ 4374405 h 6858000"/>
              <a:gd name="connsiteX97" fmla="*/ 7721298 w 12192000"/>
              <a:gd name="connsiteY97" fmla="*/ 4409519 h 6858000"/>
              <a:gd name="connsiteX98" fmla="*/ 7735344 w 12192000"/>
              <a:gd name="connsiteY98" fmla="*/ 4443462 h 6858000"/>
              <a:gd name="connsiteX99" fmla="*/ 7744708 w 12192000"/>
              <a:gd name="connsiteY99" fmla="*/ 4479746 h 6858000"/>
              <a:gd name="connsiteX100" fmla="*/ 7749389 w 12192000"/>
              <a:gd name="connsiteY100" fmla="*/ 4516030 h 6858000"/>
              <a:gd name="connsiteX101" fmla="*/ 7749389 w 12192000"/>
              <a:gd name="connsiteY101" fmla="*/ 4554655 h 6858000"/>
              <a:gd name="connsiteX102" fmla="*/ 7747048 w 12192000"/>
              <a:gd name="connsiteY102" fmla="*/ 4594451 h 6858000"/>
              <a:gd name="connsiteX103" fmla="*/ 7742367 w 12192000"/>
              <a:gd name="connsiteY103" fmla="*/ 4634247 h 6858000"/>
              <a:gd name="connsiteX104" fmla="*/ 7736514 w 12192000"/>
              <a:gd name="connsiteY104" fmla="*/ 4674042 h 6858000"/>
              <a:gd name="connsiteX105" fmla="*/ 7731832 w 12192000"/>
              <a:gd name="connsiteY105" fmla="*/ 4713838 h 6858000"/>
              <a:gd name="connsiteX106" fmla="*/ 7728321 w 12192000"/>
              <a:gd name="connsiteY106" fmla="*/ 4753633 h 6858000"/>
              <a:gd name="connsiteX107" fmla="*/ 7729492 w 12192000"/>
              <a:gd name="connsiteY107" fmla="*/ 4791088 h 6858000"/>
              <a:gd name="connsiteX108" fmla="*/ 7734173 w 12192000"/>
              <a:gd name="connsiteY108" fmla="*/ 4827372 h 6858000"/>
              <a:gd name="connsiteX109" fmla="*/ 7744708 w 12192000"/>
              <a:gd name="connsiteY109" fmla="*/ 4862486 h 6858000"/>
              <a:gd name="connsiteX110" fmla="*/ 7759923 w 12192000"/>
              <a:gd name="connsiteY110" fmla="*/ 4891747 h 6858000"/>
              <a:gd name="connsiteX111" fmla="*/ 7779821 w 12192000"/>
              <a:gd name="connsiteY111" fmla="*/ 4919838 h 6858000"/>
              <a:gd name="connsiteX112" fmla="*/ 7803230 w 12192000"/>
              <a:gd name="connsiteY112" fmla="*/ 4944418 h 6858000"/>
              <a:gd name="connsiteX113" fmla="*/ 7830151 w 12192000"/>
              <a:gd name="connsiteY113" fmla="*/ 4968998 h 6858000"/>
              <a:gd name="connsiteX114" fmla="*/ 7858242 w 12192000"/>
              <a:gd name="connsiteY114" fmla="*/ 4991236 h 6858000"/>
              <a:gd name="connsiteX115" fmla="*/ 7887503 w 12192000"/>
              <a:gd name="connsiteY115" fmla="*/ 5013475 h 6858000"/>
              <a:gd name="connsiteX116" fmla="*/ 7916765 w 12192000"/>
              <a:gd name="connsiteY116" fmla="*/ 5035714 h 6858000"/>
              <a:gd name="connsiteX117" fmla="*/ 7946026 w 12192000"/>
              <a:gd name="connsiteY117" fmla="*/ 5057952 h 6858000"/>
              <a:gd name="connsiteX118" fmla="*/ 7972947 w 12192000"/>
              <a:gd name="connsiteY118" fmla="*/ 5081362 h 6858000"/>
              <a:gd name="connsiteX119" fmla="*/ 7996356 w 12192000"/>
              <a:gd name="connsiteY119" fmla="*/ 5108282 h 6858000"/>
              <a:gd name="connsiteX120" fmla="*/ 8017424 w 12192000"/>
              <a:gd name="connsiteY120" fmla="*/ 5134032 h 6858000"/>
              <a:gd name="connsiteX121" fmla="*/ 8033811 w 12192000"/>
              <a:gd name="connsiteY121" fmla="*/ 5163294 h 6858000"/>
              <a:gd name="connsiteX122" fmla="*/ 8047856 w 12192000"/>
              <a:gd name="connsiteY122" fmla="*/ 5194896 h 6858000"/>
              <a:gd name="connsiteX123" fmla="*/ 8059561 w 12192000"/>
              <a:gd name="connsiteY123" fmla="*/ 5228839 h 6858000"/>
              <a:gd name="connsiteX124" fmla="*/ 8070095 w 12192000"/>
              <a:gd name="connsiteY124" fmla="*/ 5263953 h 6858000"/>
              <a:gd name="connsiteX125" fmla="*/ 8079459 w 12192000"/>
              <a:gd name="connsiteY125" fmla="*/ 5299067 h 6858000"/>
              <a:gd name="connsiteX126" fmla="*/ 8088822 w 12192000"/>
              <a:gd name="connsiteY126" fmla="*/ 5335351 h 6858000"/>
              <a:gd name="connsiteX127" fmla="*/ 8099356 w 12192000"/>
              <a:gd name="connsiteY127" fmla="*/ 5369294 h 6858000"/>
              <a:gd name="connsiteX128" fmla="*/ 8111061 w 12192000"/>
              <a:gd name="connsiteY128" fmla="*/ 5403238 h 6858000"/>
              <a:gd name="connsiteX129" fmla="*/ 8125106 w 12192000"/>
              <a:gd name="connsiteY129" fmla="*/ 5434840 h 6858000"/>
              <a:gd name="connsiteX130" fmla="*/ 8142663 w 12192000"/>
              <a:gd name="connsiteY130" fmla="*/ 5462931 h 6858000"/>
              <a:gd name="connsiteX131" fmla="*/ 8163732 w 12192000"/>
              <a:gd name="connsiteY131" fmla="*/ 5488681 h 6858000"/>
              <a:gd name="connsiteX132" fmla="*/ 8189482 w 12192000"/>
              <a:gd name="connsiteY132" fmla="*/ 5509749 h 6858000"/>
              <a:gd name="connsiteX133" fmla="*/ 8217573 w 12192000"/>
              <a:gd name="connsiteY133" fmla="*/ 5527306 h 6858000"/>
              <a:gd name="connsiteX134" fmla="*/ 8249175 w 12192000"/>
              <a:gd name="connsiteY134" fmla="*/ 5541352 h 6858000"/>
              <a:gd name="connsiteX135" fmla="*/ 8283118 w 12192000"/>
              <a:gd name="connsiteY135" fmla="*/ 5553056 h 6858000"/>
              <a:gd name="connsiteX136" fmla="*/ 8317062 w 12192000"/>
              <a:gd name="connsiteY136" fmla="*/ 5563590 h 6858000"/>
              <a:gd name="connsiteX137" fmla="*/ 8353346 w 12192000"/>
              <a:gd name="connsiteY137" fmla="*/ 5572954 h 6858000"/>
              <a:gd name="connsiteX138" fmla="*/ 8388459 w 12192000"/>
              <a:gd name="connsiteY138" fmla="*/ 5582318 h 6858000"/>
              <a:gd name="connsiteX139" fmla="*/ 8423573 w 12192000"/>
              <a:gd name="connsiteY139" fmla="*/ 5592852 h 6858000"/>
              <a:gd name="connsiteX140" fmla="*/ 8457516 w 12192000"/>
              <a:gd name="connsiteY140" fmla="*/ 5604556 h 6858000"/>
              <a:gd name="connsiteX141" fmla="*/ 8489119 w 12192000"/>
              <a:gd name="connsiteY141" fmla="*/ 5618602 h 6858000"/>
              <a:gd name="connsiteX142" fmla="*/ 8518380 w 12192000"/>
              <a:gd name="connsiteY142" fmla="*/ 5634988 h 6858000"/>
              <a:gd name="connsiteX143" fmla="*/ 8544130 w 12192000"/>
              <a:gd name="connsiteY143" fmla="*/ 5656057 h 6858000"/>
              <a:gd name="connsiteX144" fmla="*/ 8571051 w 12192000"/>
              <a:gd name="connsiteY144" fmla="*/ 5679466 h 6858000"/>
              <a:gd name="connsiteX145" fmla="*/ 8594460 w 12192000"/>
              <a:gd name="connsiteY145" fmla="*/ 5706386 h 6858000"/>
              <a:gd name="connsiteX146" fmla="*/ 8616699 w 12192000"/>
              <a:gd name="connsiteY146" fmla="*/ 5734477 h 6858000"/>
              <a:gd name="connsiteX147" fmla="*/ 8638937 w 12192000"/>
              <a:gd name="connsiteY147" fmla="*/ 5763739 h 6858000"/>
              <a:gd name="connsiteX148" fmla="*/ 8661176 w 12192000"/>
              <a:gd name="connsiteY148" fmla="*/ 5793000 h 6858000"/>
              <a:gd name="connsiteX149" fmla="*/ 8683415 w 12192000"/>
              <a:gd name="connsiteY149" fmla="*/ 5821091 h 6858000"/>
              <a:gd name="connsiteX150" fmla="*/ 8707994 w 12192000"/>
              <a:gd name="connsiteY150" fmla="*/ 5848012 h 6858000"/>
              <a:gd name="connsiteX151" fmla="*/ 8732574 w 12192000"/>
              <a:gd name="connsiteY151" fmla="*/ 5871421 h 6858000"/>
              <a:gd name="connsiteX152" fmla="*/ 8760665 w 12192000"/>
              <a:gd name="connsiteY152" fmla="*/ 5891319 h 6858000"/>
              <a:gd name="connsiteX153" fmla="*/ 8789926 w 12192000"/>
              <a:gd name="connsiteY153" fmla="*/ 5906535 h 6858000"/>
              <a:gd name="connsiteX154" fmla="*/ 8825040 w 12192000"/>
              <a:gd name="connsiteY154" fmla="*/ 5917069 h 6858000"/>
              <a:gd name="connsiteX155" fmla="*/ 8861324 w 12192000"/>
              <a:gd name="connsiteY155" fmla="*/ 5921751 h 6858000"/>
              <a:gd name="connsiteX156" fmla="*/ 8898779 w 12192000"/>
              <a:gd name="connsiteY156" fmla="*/ 5922921 h 6858000"/>
              <a:gd name="connsiteX157" fmla="*/ 8938575 w 12192000"/>
              <a:gd name="connsiteY157" fmla="*/ 5919410 h 6858000"/>
              <a:gd name="connsiteX158" fmla="*/ 8978370 w 12192000"/>
              <a:gd name="connsiteY158" fmla="*/ 5914728 h 6858000"/>
              <a:gd name="connsiteX159" fmla="*/ 9018166 w 12192000"/>
              <a:gd name="connsiteY159" fmla="*/ 5908876 h 6858000"/>
              <a:gd name="connsiteX160" fmla="*/ 9057961 w 12192000"/>
              <a:gd name="connsiteY160" fmla="*/ 5904194 h 6858000"/>
              <a:gd name="connsiteX161" fmla="*/ 9097757 w 12192000"/>
              <a:gd name="connsiteY161" fmla="*/ 5901853 h 6858000"/>
              <a:gd name="connsiteX162" fmla="*/ 9136382 w 12192000"/>
              <a:gd name="connsiteY162" fmla="*/ 5901853 h 6858000"/>
              <a:gd name="connsiteX163" fmla="*/ 9172666 w 12192000"/>
              <a:gd name="connsiteY163" fmla="*/ 5906535 h 6858000"/>
              <a:gd name="connsiteX164" fmla="*/ 9208950 w 12192000"/>
              <a:gd name="connsiteY164" fmla="*/ 5915898 h 6858000"/>
              <a:gd name="connsiteX165" fmla="*/ 9244064 w 12192000"/>
              <a:gd name="connsiteY165" fmla="*/ 5929944 h 6858000"/>
              <a:gd name="connsiteX166" fmla="*/ 9279178 w 12192000"/>
              <a:gd name="connsiteY166" fmla="*/ 5948671 h 6858000"/>
              <a:gd name="connsiteX167" fmla="*/ 9314292 w 12192000"/>
              <a:gd name="connsiteY167" fmla="*/ 5967398 h 6858000"/>
              <a:gd name="connsiteX168" fmla="*/ 9349405 w 12192000"/>
              <a:gd name="connsiteY168" fmla="*/ 5988467 h 6858000"/>
              <a:gd name="connsiteX169" fmla="*/ 9383349 w 12192000"/>
              <a:gd name="connsiteY169" fmla="*/ 6008364 h 6858000"/>
              <a:gd name="connsiteX170" fmla="*/ 9419633 w 12192000"/>
              <a:gd name="connsiteY170" fmla="*/ 6025921 h 6858000"/>
              <a:gd name="connsiteX171" fmla="*/ 9454747 w 12192000"/>
              <a:gd name="connsiteY171" fmla="*/ 6039967 h 6858000"/>
              <a:gd name="connsiteX172" fmla="*/ 9491031 w 12192000"/>
              <a:gd name="connsiteY172" fmla="*/ 6049331 h 6858000"/>
              <a:gd name="connsiteX173" fmla="*/ 9528486 w 12192000"/>
              <a:gd name="connsiteY173" fmla="*/ 6052842 h 6858000"/>
              <a:gd name="connsiteX174" fmla="*/ 9565940 w 12192000"/>
              <a:gd name="connsiteY174" fmla="*/ 6049331 h 6858000"/>
              <a:gd name="connsiteX175" fmla="*/ 9602224 w 12192000"/>
              <a:gd name="connsiteY175" fmla="*/ 6039967 h 6858000"/>
              <a:gd name="connsiteX176" fmla="*/ 9637338 w 12192000"/>
              <a:gd name="connsiteY176" fmla="*/ 6025921 h 6858000"/>
              <a:gd name="connsiteX177" fmla="*/ 9673622 w 12192000"/>
              <a:gd name="connsiteY177" fmla="*/ 6008364 h 6858000"/>
              <a:gd name="connsiteX178" fmla="*/ 9707566 w 12192000"/>
              <a:gd name="connsiteY178" fmla="*/ 5988467 h 6858000"/>
              <a:gd name="connsiteX179" fmla="*/ 9742679 w 12192000"/>
              <a:gd name="connsiteY179" fmla="*/ 5967398 h 6858000"/>
              <a:gd name="connsiteX180" fmla="*/ 9777793 w 12192000"/>
              <a:gd name="connsiteY180" fmla="*/ 5948671 h 6858000"/>
              <a:gd name="connsiteX181" fmla="*/ 9812907 w 12192000"/>
              <a:gd name="connsiteY181" fmla="*/ 5929944 h 6858000"/>
              <a:gd name="connsiteX182" fmla="*/ 9846850 w 12192000"/>
              <a:gd name="connsiteY182" fmla="*/ 5915898 h 6858000"/>
              <a:gd name="connsiteX183" fmla="*/ 9884305 w 12192000"/>
              <a:gd name="connsiteY183" fmla="*/ 5906535 h 6858000"/>
              <a:gd name="connsiteX184" fmla="*/ 9920589 w 12192000"/>
              <a:gd name="connsiteY184" fmla="*/ 5901853 h 6858000"/>
              <a:gd name="connsiteX185" fmla="*/ 9959214 w 12192000"/>
              <a:gd name="connsiteY185" fmla="*/ 5901853 h 6858000"/>
              <a:gd name="connsiteX186" fmla="*/ 9999010 w 12192000"/>
              <a:gd name="connsiteY186" fmla="*/ 5904194 h 6858000"/>
              <a:gd name="connsiteX187" fmla="*/ 10038805 w 12192000"/>
              <a:gd name="connsiteY187" fmla="*/ 5908876 h 6858000"/>
              <a:gd name="connsiteX188" fmla="*/ 10078601 w 12192000"/>
              <a:gd name="connsiteY188" fmla="*/ 5914728 h 6858000"/>
              <a:gd name="connsiteX189" fmla="*/ 10118396 w 12192000"/>
              <a:gd name="connsiteY189" fmla="*/ 5919410 h 6858000"/>
              <a:gd name="connsiteX190" fmla="*/ 10158192 w 12192000"/>
              <a:gd name="connsiteY190" fmla="*/ 5922921 h 6858000"/>
              <a:gd name="connsiteX191" fmla="*/ 10195647 w 12192000"/>
              <a:gd name="connsiteY191" fmla="*/ 5921751 h 6858000"/>
              <a:gd name="connsiteX192" fmla="*/ 10231931 w 12192000"/>
              <a:gd name="connsiteY192" fmla="*/ 5917069 h 6858000"/>
              <a:gd name="connsiteX193" fmla="*/ 10267044 w 12192000"/>
              <a:gd name="connsiteY193" fmla="*/ 5906535 h 6858000"/>
              <a:gd name="connsiteX194" fmla="*/ 10296306 w 12192000"/>
              <a:gd name="connsiteY194" fmla="*/ 5891319 h 6858000"/>
              <a:gd name="connsiteX195" fmla="*/ 10324397 w 12192000"/>
              <a:gd name="connsiteY195" fmla="*/ 5871421 h 6858000"/>
              <a:gd name="connsiteX196" fmla="*/ 10348977 w 12192000"/>
              <a:gd name="connsiteY196" fmla="*/ 5848012 h 6858000"/>
              <a:gd name="connsiteX197" fmla="*/ 10373556 w 12192000"/>
              <a:gd name="connsiteY197" fmla="*/ 5821091 h 6858000"/>
              <a:gd name="connsiteX198" fmla="*/ 10395795 w 12192000"/>
              <a:gd name="connsiteY198" fmla="*/ 5793000 h 6858000"/>
              <a:gd name="connsiteX199" fmla="*/ 10418034 w 12192000"/>
              <a:gd name="connsiteY199" fmla="*/ 5763739 h 6858000"/>
              <a:gd name="connsiteX200" fmla="*/ 10440272 w 12192000"/>
              <a:gd name="connsiteY200" fmla="*/ 5734477 h 6858000"/>
              <a:gd name="connsiteX201" fmla="*/ 10462511 w 12192000"/>
              <a:gd name="connsiteY201" fmla="*/ 5706386 h 6858000"/>
              <a:gd name="connsiteX202" fmla="*/ 10485920 w 12192000"/>
              <a:gd name="connsiteY202" fmla="*/ 5679466 h 6858000"/>
              <a:gd name="connsiteX203" fmla="*/ 10512841 w 12192000"/>
              <a:gd name="connsiteY203" fmla="*/ 5656057 h 6858000"/>
              <a:gd name="connsiteX204" fmla="*/ 10538591 w 12192000"/>
              <a:gd name="connsiteY204" fmla="*/ 5634988 h 6858000"/>
              <a:gd name="connsiteX205" fmla="*/ 10567852 w 12192000"/>
              <a:gd name="connsiteY205" fmla="*/ 5618602 h 6858000"/>
              <a:gd name="connsiteX206" fmla="*/ 10599455 w 12192000"/>
              <a:gd name="connsiteY206" fmla="*/ 5604556 h 6858000"/>
              <a:gd name="connsiteX207" fmla="*/ 10633398 w 12192000"/>
              <a:gd name="connsiteY207" fmla="*/ 5592852 h 6858000"/>
              <a:gd name="connsiteX208" fmla="*/ 10668512 w 12192000"/>
              <a:gd name="connsiteY208" fmla="*/ 5582318 h 6858000"/>
              <a:gd name="connsiteX209" fmla="*/ 10703626 w 12192000"/>
              <a:gd name="connsiteY209" fmla="*/ 5572954 h 6858000"/>
              <a:gd name="connsiteX210" fmla="*/ 10739910 w 12192000"/>
              <a:gd name="connsiteY210" fmla="*/ 5563590 h 6858000"/>
              <a:gd name="connsiteX211" fmla="*/ 10773853 w 12192000"/>
              <a:gd name="connsiteY211" fmla="*/ 5553056 h 6858000"/>
              <a:gd name="connsiteX212" fmla="*/ 10807796 w 12192000"/>
              <a:gd name="connsiteY212" fmla="*/ 5541352 h 6858000"/>
              <a:gd name="connsiteX213" fmla="*/ 10839399 w 12192000"/>
              <a:gd name="connsiteY213" fmla="*/ 5527306 h 6858000"/>
              <a:gd name="connsiteX214" fmla="*/ 10867490 w 12192000"/>
              <a:gd name="connsiteY214" fmla="*/ 5509749 h 6858000"/>
              <a:gd name="connsiteX215" fmla="*/ 10893240 w 12192000"/>
              <a:gd name="connsiteY215" fmla="*/ 5488681 h 6858000"/>
              <a:gd name="connsiteX216" fmla="*/ 10914308 w 12192000"/>
              <a:gd name="connsiteY216" fmla="*/ 5462931 h 6858000"/>
              <a:gd name="connsiteX217" fmla="*/ 10931865 w 12192000"/>
              <a:gd name="connsiteY217" fmla="*/ 5434840 h 6858000"/>
              <a:gd name="connsiteX218" fmla="*/ 10945910 w 12192000"/>
              <a:gd name="connsiteY218" fmla="*/ 5403238 h 6858000"/>
              <a:gd name="connsiteX219" fmla="*/ 10957615 w 12192000"/>
              <a:gd name="connsiteY219" fmla="*/ 5369294 h 6858000"/>
              <a:gd name="connsiteX220" fmla="*/ 10968149 w 12192000"/>
              <a:gd name="connsiteY220" fmla="*/ 5335351 h 6858000"/>
              <a:gd name="connsiteX221" fmla="*/ 10977513 w 12192000"/>
              <a:gd name="connsiteY221" fmla="*/ 5299067 h 6858000"/>
              <a:gd name="connsiteX222" fmla="*/ 10986876 w 12192000"/>
              <a:gd name="connsiteY222" fmla="*/ 5263953 h 6858000"/>
              <a:gd name="connsiteX223" fmla="*/ 10997410 w 12192000"/>
              <a:gd name="connsiteY223" fmla="*/ 5228839 h 6858000"/>
              <a:gd name="connsiteX224" fmla="*/ 11009115 w 12192000"/>
              <a:gd name="connsiteY224" fmla="*/ 5194896 h 6858000"/>
              <a:gd name="connsiteX225" fmla="*/ 11023160 w 12192000"/>
              <a:gd name="connsiteY225" fmla="*/ 5163294 h 6858000"/>
              <a:gd name="connsiteX226" fmla="*/ 11039547 w 12192000"/>
              <a:gd name="connsiteY226" fmla="*/ 5134032 h 6858000"/>
              <a:gd name="connsiteX227" fmla="*/ 11060615 w 12192000"/>
              <a:gd name="connsiteY227" fmla="*/ 5108282 h 6858000"/>
              <a:gd name="connsiteX228" fmla="*/ 11084024 w 12192000"/>
              <a:gd name="connsiteY228" fmla="*/ 5081362 h 6858000"/>
              <a:gd name="connsiteX229" fmla="*/ 11110945 w 12192000"/>
              <a:gd name="connsiteY229" fmla="*/ 5057952 h 6858000"/>
              <a:gd name="connsiteX230" fmla="*/ 11139036 w 12192000"/>
              <a:gd name="connsiteY230" fmla="*/ 5035714 h 6858000"/>
              <a:gd name="connsiteX231" fmla="*/ 11169468 w 12192000"/>
              <a:gd name="connsiteY231" fmla="*/ 5013475 h 6858000"/>
              <a:gd name="connsiteX232" fmla="*/ 11198729 w 12192000"/>
              <a:gd name="connsiteY232" fmla="*/ 4991236 h 6858000"/>
              <a:gd name="connsiteX233" fmla="*/ 11226820 w 12192000"/>
              <a:gd name="connsiteY233" fmla="*/ 4968998 h 6858000"/>
              <a:gd name="connsiteX234" fmla="*/ 11253741 w 12192000"/>
              <a:gd name="connsiteY234" fmla="*/ 4944418 h 6858000"/>
              <a:gd name="connsiteX235" fmla="*/ 11277150 w 12192000"/>
              <a:gd name="connsiteY235" fmla="*/ 4919838 h 6858000"/>
              <a:gd name="connsiteX236" fmla="*/ 11297048 w 12192000"/>
              <a:gd name="connsiteY236" fmla="*/ 4891747 h 6858000"/>
              <a:gd name="connsiteX237" fmla="*/ 11312264 w 12192000"/>
              <a:gd name="connsiteY237" fmla="*/ 4862486 h 6858000"/>
              <a:gd name="connsiteX238" fmla="*/ 11322798 w 12192000"/>
              <a:gd name="connsiteY238" fmla="*/ 4827372 h 6858000"/>
              <a:gd name="connsiteX239" fmla="*/ 11327480 w 12192000"/>
              <a:gd name="connsiteY239" fmla="*/ 4791088 h 6858000"/>
              <a:gd name="connsiteX240" fmla="*/ 11328650 w 12192000"/>
              <a:gd name="connsiteY240" fmla="*/ 4753633 h 6858000"/>
              <a:gd name="connsiteX241" fmla="*/ 11325139 w 12192000"/>
              <a:gd name="connsiteY241" fmla="*/ 4713838 h 6858000"/>
              <a:gd name="connsiteX242" fmla="*/ 11320457 w 12192000"/>
              <a:gd name="connsiteY242" fmla="*/ 4674042 h 6858000"/>
              <a:gd name="connsiteX243" fmla="*/ 11314605 w 12192000"/>
              <a:gd name="connsiteY243" fmla="*/ 4634247 h 6858000"/>
              <a:gd name="connsiteX244" fmla="*/ 11309923 w 12192000"/>
              <a:gd name="connsiteY244" fmla="*/ 4594451 h 6858000"/>
              <a:gd name="connsiteX245" fmla="*/ 11307582 w 12192000"/>
              <a:gd name="connsiteY245" fmla="*/ 4554655 h 6858000"/>
              <a:gd name="connsiteX246" fmla="*/ 11307582 w 12192000"/>
              <a:gd name="connsiteY246" fmla="*/ 4516030 h 6858000"/>
              <a:gd name="connsiteX247" fmla="*/ 11312264 w 12192000"/>
              <a:gd name="connsiteY247" fmla="*/ 4479746 h 6858000"/>
              <a:gd name="connsiteX248" fmla="*/ 11321628 w 12192000"/>
              <a:gd name="connsiteY248" fmla="*/ 4443462 h 6858000"/>
              <a:gd name="connsiteX249" fmla="*/ 11335673 w 12192000"/>
              <a:gd name="connsiteY249" fmla="*/ 4409519 h 6858000"/>
              <a:gd name="connsiteX250" fmla="*/ 11354400 w 12192000"/>
              <a:gd name="connsiteY250" fmla="*/ 4374405 h 6858000"/>
              <a:gd name="connsiteX251" fmla="*/ 11373128 w 12192000"/>
              <a:gd name="connsiteY251" fmla="*/ 4339291 h 6858000"/>
              <a:gd name="connsiteX252" fmla="*/ 11394196 w 12192000"/>
              <a:gd name="connsiteY252" fmla="*/ 4304177 h 6858000"/>
              <a:gd name="connsiteX253" fmla="*/ 11414094 w 12192000"/>
              <a:gd name="connsiteY253" fmla="*/ 4270234 h 6858000"/>
              <a:gd name="connsiteX254" fmla="*/ 11431650 w 12192000"/>
              <a:gd name="connsiteY254" fmla="*/ 4233950 h 6858000"/>
              <a:gd name="connsiteX255" fmla="*/ 11445696 w 12192000"/>
              <a:gd name="connsiteY255" fmla="*/ 4198836 h 6858000"/>
              <a:gd name="connsiteX256" fmla="*/ 11455060 w 12192000"/>
              <a:gd name="connsiteY256" fmla="*/ 4162552 h 6858000"/>
              <a:gd name="connsiteX257" fmla="*/ 11458571 w 12192000"/>
              <a:gd name="connsiteY257" fmla="*/ 4125097 h 6858000"/>
              <a:gd name="connsiteX258" fmla="*/ 11455060 w 12192000"/>
              <a:gd name="connsiteY258" fmla="*/ 4087643 h 6858000"/>
              <a:gd name="connsiteX259" fmla="*/ 11445696 w 12192000"/>
              <a:gd name="connsiteY259" fmla="*/ 4051358 h 6858000"/>
              <a:gd name="connsiteX260" fmla="*/ 11431650 w 12192000"/>
              <a:gd name="connsiteY260" fmla="*/ 4016245 h 6858000"/>
              <a:gd name="connsiteX261" fmla="*/ 11414094 w 12192000"/>
              <a:gd name="connsiteY261" fmla="*/ 3979961 h 6858000"/>
              <a:gd name="connsiteX262" fmla="*/ 11394196 w 12192000"/>
              <a:gd name="connsiteY262" fmla="*/ 3946017 h 6858000"/>
              <a:gd name="connsiteX263" fmla="*/ 11373128 w 12192000"/>
              <a:gd name="connsiteY263" fmla="*/ 3910903 h 6858000"/>
              <a:gd name="connsiteX264" fmla="*/ 11354400 w 12192000"/>
              <a:gd name="connsiteY264" fmla="*/ 3875790 h 6858000"/>
              <a:gd name="connsiteX265" fmla="*/ 11335673 w 12192000"/>
              <a:gd name="connsiteY265" fmla="*/ 3840676 h 6858000"/>
              <a:gd name="connsiteX266" fmla="*/ 11321628 w 12192000"/>
              <a:gd name="connsiteY266" fmla="*/ 3806733 h 6858000"/>
              <a:gd name="connsiteX267" fmla="*/ 11312264 w 12192000"/>
              <a:gd name="connsiteY267" fmla="*/ 3770449 h 6858000"/>
              <a:gd name="connsiteX268" fmla="*/ 11307582 w 12192000"/>
              <a:gd name="connsiteY268" fmla="*/ 3734164 h 6858000"/>
              <a:gd name="connsiteX269" fmla="*/ 11307582 w 12192000"/>
              <a:gd name="connsiteY269" fmla="*/ 3695539 h 6858000"/>
              <a:gd name="connsiteX270" fmla="*/ 11309923 w 12192000"/>
              <a:gd name="connsiteY270" fmla="*/ 3655744 h 6858000"/>
              <a:gd name="connsiteX271" fmla="*/ 11314605 w 12192000"/>
              <a:gd name="connsiteY271" fmla="*/ 3615948 h 6858000"/>
              <a:gd name="connsiteX272" fmla="*/ 11320457 w 12192000"/>
              <a:gd name="connsiteY272" fmla="*/ 3576152 h 6858000"/>
              <a:gd name="connsiteX273" fmla="*/ 11325139 w 12192000"/>
              <a:gd name="connsiteY273" fmla="*/ 3536357 h 6858000"/>
              <a:gd name="connsiteX274" fmla="*/ 11328650 w 12192000"/>
              <a:gd name="connsiteY274" fmla="*/ 3496561 h 6858000"/>
              <a:gd name="connsiteX275" fmla="*/ 11327480 w 12192000"/>
              <a:gd name="connsiteY275" fmla="*/ 3459107 h 6858000"/>
              <a:gd name="connsiteX276" fmla="*/ 11322798 w 12192000"/>
              <a:gd name="connsiteY276" fmla="*/ 3422822 h 6858000"/>
              <a:gd name="connsiteX277" fmla="*/ 11312264 w 12192000"/>
              <a:gd name="connsiteY277" fmla="*/ 3387709 h 6858000"/>
              <a:gd name="connsiteX278" fmla="*/ 11297048 w 12192000"/>
              <a:gd name="connsiteY278" fmla="*/ 3358447 h 6858000"/>
              <a:gd name="connsiteX279" fmla="*/ 11277150 w 12192000"/>
              <a:gd name="connsiteY279" fmla="*/ 3330356 h 6858000"/>
              <a:gd name="connsiteX280" fmla="*/ 11253741 w 12192000"/>
              <a:gd name="connsiteY280" fmla="*/ 3305777 h 6858000"/>
              <a:gd name="connsiteX281" fmla="*/ 11226820 w 12192000"/>
              <a:gd name="connsiteY281" fmla="*/ 3281197 h 6858000"/>
              <a:gd name="connsiteX282" fmla="*/ 11198729 w 12192000"/>
              <a:gd name="connsiteY282" fmla="*/ 3258958 h 6858000"/>
              <a:gd name="connsiteX283" fmla="*/ 11169468 w 12192000"/>
              <a:gd name="connsiteY283" fmla="*/ 3236720 h 6858000"/>
              <a:gd name="connsiteX284" fmla="*/ 11139036 w 12192000"/>
              <a:gd name="connsiteY284" fmla="*/ 3214481 h 6858000"/>
              <a:gd name="connsiteX285" fmla="*/ 11110945 w 12192000"/>
              <a:gd name="connsiteY285" fmla="*/ 3192242 h 6858000"/>
              <a:gd name="connsiteX286" fmla="*/ 11084024 w 12192000"/>
              <a:gd name="connsiteY286" fmla="*/ 3168833 h 6858000"/>
              <a:gd name="connsiteX287" fmla="*/ 11060615 w 12192000"/>
              <a:gd name="connsiteY287" fmla="*/ 3141913 h 6858000"/>
              <a:gd name="connsiteX288" fmla="*/ 11039547 w 12192000"/>
              <a:gd name="connsiteY288" fmla="*/ 3116162 h 6858000"/>
              <a:gd name="connsiteX289" fmla="*/ 11023160 w 12192000"/>
              <a:gd name="connsiteY289" fmla="*/ 3086901 h 6858000"/>
              <a:gd name="connsiteX290" fmla="*/ 11009115 w 12192000"/>
              <a:gd name="connsiteY290" fmla="*/ 3055299 h 6858000"/>
              <a:gd name="connsiteX291" fmla="*/ 10997410 w 12192000"/>
              <a:gd name="connsiteY291" fmla="*/ 3021355 h 6858000"/>
              <a:gd name="connsiteX292" fmla="*/ 10986876 w 12192000"/>
              <a:gd name="connsiteY292" fmla="*/ 2986242 h 6858000"/>
              <a:gd name="connsiteX293" fmla="*/ 10977513 w 12192000"/>
              <a:gd name="connsiteY293" fmla="*/ 2951128 h 6858000"/>
              <a:gd name="connsiteX294" fmla="*/ 10968149 w 12192000"/>
              <a:gd name="connsiteY294" fmla="*/ 2914844 h 6858000"/>
              <a:gd name="connsiteX295" fmla="*/ 10957615 w 12192000"/>
              <a:gd name="connsiteY295" fmla="*/ 2880900 h 6858000"/>
              <a:gd name="connsiteX296" fmla="*/ 10945910 w 12192000"/>
              <a:gd name="connsiteY296" fmla="*/ 2846957 h 6858000"/>
              <a:gd name="connsiteX297" fmla="*/ 10931865 w 12192000"/>
              <a:gd name="connsiteY297" fmla="*/ 2815355 h 6858000"/>
              <a:gd name="connsiteX298" fmla="*/ 10914308 w 12192000"/>
              <a:gd name="connsiteY298" fmla="*/ 2787264 h 6858000"/>
              <a:gd name="connsiteX299" fmla="*/ 10893240 w 12192000"/>
              <a:gd name="connsiteY299" fmla="*/ 2761514 h 6858000"/>
              <a:gd name="connsiteX300" fmla="*/ 10867490 w 12192000"/>
              <a:gd name="connsiteY300" fmla="*/ 2740445 h 6858000"/>
              <a:gd name="connsiteX301" fmla="*/ 10839399 w 12192000"/>
              <a:gd name="connsiteY301" fmla="*/ 2722888 h 6858000"/>
              <a:gd name="connsiteX302" fmla="*/ 10807796 w 12192000"/>
              <a:gd name="connsiteY302" fmla="*/ 2708843 h 6858000"/>
              <a:gd name="connsiteX303" fmla="*/ 10773853 w 12192000"/>
              <a:gd name="connsiteY303" fmla="*/ 2697138 h 6858000"/>
              <a:gd name="connsiteX304" fmla="*/ 10739910 w 12192000"/>
              <a:gd name="connsiteY304" fmla="*/ 2686604 h 6858000"/>
              <a:gd name="connsiteX305" fmla="*/ 10703626 w 12192000"/>
              <a:gd name="connsiteY305" fmla="*/ 2677241 h 6858000"/>
              <a:gd name="connsiteX306" fmla="*/ 10668512 w 12192000"/>
              <a:gd name="connsiteY306" fmla="*/ 2667877 h 6858000"/>
              <a:gd name="connsiteX307" fmla="*/ 10633398 w 12192000"/>
              <a:gd name="connsiteY307" fmla="*/ 2657343 h 6858000"/>
              <a:gd name="connsiteX308" fmla="*/ 10599455 w 12192000"/>
              <a:gd name="connsiteY308" fmla="*/ 2645638 h 6858000"/>
              <a:gd name="connsiteX309" fmla="*/ 10567852 w 12192000"/>
              <a:gd name="connsiteY309" fmla="*/ 2631593 h 6858000"/>
              <a:gd name="connsiteX310" fmla="*/ 10538591 w 12192000"/>
              <a:gd name="connsiteY310" fmla="*/ 2615206 h 6858000"/>
              <a:gd name="connsiteX311" fmla="*/ 10512841 w 12192000"/>
              <a:gd name="connsiteY311" fmla="*/ 2594138 h 6858000"/>
              <a:gd name="connsiteX312" fmla="*/ 10485920 w 12192000"/>
              <a:gd name="connsiteY312" fmla="*/ 2570729 h 6858000"/>
              <a:gd name="connsiteX313" fmla="*/ 10462511 w 12192000"/>
              <a:gd name="connsiteY313" fmla="*/ 2543808 h 6858000"/>
              <a:gd name="connsiteX314" fmla="*/ 10440272 w 12192000"/>
              <a:gd name="connsiteY314" fmla="*/ 2515717 h 6858000"/>
              <a:gd name="connsiteX315" fmla="*/ 10418034 w 12192000"/>
              <a:gd name="connsiteY315" fmla="*/ 2486456 h 6858000"/>
              <a:gd name="connsiteX316" fmla="*/ 10395795 w 12192000"/>
              <a:gd name="connsiteY316" fmla="*/ 2457194 h 6858000"/>
              <a:gd name="connsiteX317" fmla="*/ 10373556 w 12192000"/>
              <a:gd name="connsiteY317" fmla="*/ 2429103 h 6858000"/>
              <a:gd name="connsiteX318" fmla="*/ 10348977 w 12192000"/>
              <a:gd name="connsiteY318" fmla="*/ 2402183 h 6858000"/>
              <a:gd name="connsiteX319" fmla="*/ 10324397 w 12192000"/>
              <a:gd name="connsiteY319" fmla="*/ 2378774 h 6858000"/>
              <a:gd name="connsiteX320" fmla="*/ 10296306 w 12192000"/>
              <a:gd name="connsiteY320" fmla="*/ 2358876 h 6858000"/>
              <a:gd name="connsiteX321" fmla="*/ 10267044 w 12192000"/>
              <a:gd name="connsiteY321" fmla="*/ 2343660 h 6858000"/>
              <a:gd name="connsiteX322" fmla="*/ 10231931 w 12192000"/>
              <a:gd name="connsiteY322" fmla="*/ 2333126 h 6858000"/>
              <a:gd name="connsiteX323" fmla="*/ 10195647 w 12192000"/>
              <a:gd name="connsiteY323" fmla="*/ 2328444 h 6858000"/>
              <a:gd name="connsiteX324" fmla="*/ 10158192 w 12192000"/>
              <a:gd name="connsiteY324" fmla="*/ 2327274 h 6858000"/>
              <a:gd name="connsiteX325" fmla="*/ 10118396 w 12192000"/>
              <a:gd name="connsiteY325" fmla="*/ 2330785 h 6858000"/>
              <a:gd name="connsiteX326" fmla="*/ 10078601 w 12192000"/>
              <a:gd name="connsiteY326" fmla="*/ 2335467 h 6858000"/>
              <a:gd name="connsiteX327" fmla="*/ 10038805 w 12192000"/>
              <a:gd name="connsiteY327" fmla="*/ 2341319 h 6858000"/>
              <a:gd name="connsiteX328" fmla="*/ 9999010 w 12192000"/>
              <a:gd name="connsiteY328" fmla="*/ 2346001 h 6858000"/>
              <a:gd name="connsiteX329" fmla="*/ 9959214 w 12192000"/>
              <a:gd name="connsiteY329" fmla="*/ 2348342 h 6858000"/>
              <a:gd name="connsiteX330" fmla="*/ 9920589 w 12192000"/>
              <a:gd name="connsiteY330" fmla="*/ 2348342 h 6858000"/>
              <a:gd name="connsiteX331" fmla="*/ 9884305 w 12192000"/>
              <a:gd name="connsiteY331" fmla="*/ 2343660 h 6858000"/>
              <a:gd name="connsiteX332" fmla="*/ 9846850 w 12192000"/>
              <a:gd name="connsiteY332" fmla="*/ 2334296 h 6858000"/>
              <a:gd name="connsiteX333" fmla="*/ 9812907 w 12192000"/>
              <a:gd name="connsiteY333" fmla="*/ 2320251 h 6858000"/>
              <a:gd name="connsiteX334" fmla="*/ 9777793 w 12192000"/>
              <a:gd name="connsiteY334" fmla="*/ 2301524 h 6858000"/>
              <a:gd name="connsiteX335" fmla="*/ 9742679 w 12192000"/>
              <a:gd name="connsiteY335" fmla="*/ 2282796 h 6858000"/>
              <a:gd name="connsiteX336" fmla="*/ 9707566 w 12192000"/>
              <a:gd name="connsiteY336" fmla="*/ 2261728 h 6858000"/>
              <a:gd name="connsiteX337" fmla="*/ 9673622 w 12192000"/>
              <a:gd name="connsiteY337" fmla="*/ 2241830 h 6858000"/>
              <a:gd name="connsiteX338" fmla="*/ 9637338 w 12192000"/>
              <a:gd name="connsiteY338" fmla="*/ 2224273 h 6858000"/>
              <a:gd name="connsiteX339" fmla="*/ 9602224 w 12192000"/>
              <a:gd name="connsiteY339" fmla="*/ 2210228 h 6858000"/>
              <a:gd name="connsiteX340" fmla="*/ 9565940 w 12192000"/>
              <a:gd name="connsiteY340" fmla="*/ 2200864 h 6858000"/>
              <a:gd name="connsiteX341" fmla="*/ 9528486 w 12192000"/>
              <a:gd name="connsiteY341" fmla="*/ 21973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12192000" h="6858000">
                <a:moveTo>
                  <a:pt x="0" y="0"/>
                </a:moveTo>
                <a:lnTo>
                  <a:pt x="12192000" y="0"/>
                </a:lnTo>
                <a:lnTo>
                  <a:pt x="12192000" y="6858000"/>
                </a:lnTo>
                <a:lnTo>
                  <a:pt x="0" y="6858000"/>
                </a:lnTo>
                <a:lnTo>
                  <a:pt x="0" y="0"/>
                </a:lnTo>
                <a:close/>
                <a:moveTo>
                  <a:pt x="9528486" y="2197353"/>
                </a:moveTo>
                <a:lnTo>
                  <a:pt x="9491031" y="2200864"/>
                </a:lnTo>
                <a:lnTo>
                  <a:pt x="9454747" y="2210228"/>
                </a:lnTo>
                <a:lnTo>
                  <a:pt x="9419633" y="2224273"/>
                </a:lnTo>
                <a:lnTo>
                  <a:pt x="9383349" y="2241830"/>
                </a:lnTo>
                <a:lnTo>
                  <a:pt x="9349405" y="2261728"/>
                </a:lnTo>
                <a:lnTo>
                  <a:pt x="9314292" y="2282796"/>
                </a:lnTo>
                <a:lnTo>
                  <a:pt x="9279178" y="2301524"/>
                </a:lnTo>
                <a:lnTo>
                  <a:pt x="9244064" y="2320251"/>
                </a:lnTo>
                <a:lnTo>
                  <a:pt x="9208950" y="2334296"/>
                </a:lnTo>
                <a:lnTo>
                  <a:pt x="9172666" y="2343660"/>
                </a:lnTo>
                <a:lnTo>
                  <a:pt x="9136382" y="2348342"/>
                </a:lnTo>
                <a:lnTo>
                  <a:pt x="9097757" y="2348342"/>
                </a:lnTo>
                <a:lnTo>
                  <a:pt x="9057961" y="2346001"/>
                </a:lnTo>
                <a:lnTo>
                  <a:pt x="9018166" y="2341319"/>
                </a:lnTo>
                <a:lnTo>
                  <a:pt x="8978370" y="2335467"/>
                </a:lnTo>
                <a:lnTo>
                  <a:pt x="8938575" y="2330785"/>
                </a:lnTo>
                <a:lnTo>
                  <a:pt x="8898779" y="2327274"/>
                </a:lnTo>
                <a:lnTo>
                  <a:pt x="8861324" y="2328444"/>
                </a:lnTo>
                <a:lnTo>
                  <a:pt x="8825040" y="2333126"/>
                </a:lnTo>
                <a:lnTo>
                  <a:pt x="8789926" y="2343660"/>
                </a:lnTo>
                <a:lnTo>
                  <a:pt x="8760665" y="2358876"/>
                </a:lnTo>
                <a:lnTo>
                  <a:pt x="8732574" y="2378774"/>
                </a:lnTo>
                <a:lnTo>
                  <a:pt x="8707994" y="2402183"/>
                </a:lnTo>
                <a:lnTo>
                  <a:pt x="8683415" y="2429103"/>
                </a:lnTo>
                <a:lnTo>
                  <a:pt x="8661176" y="2457194"/>
                </a:lnTo>
                <a:lnTo>
                  <a:pt x="8638937" y="2486456"/>
                </a:lnTo>
                <a:lnTo>
                  <a:pt x="8616699" y="2515717"/>
                </a:lnTo>
                <a:lnTo>
                  <a:pt x="8594460" y="2543808"/>
                </a:lnTo>
                <a:lnTo>
                  <a:pt x="8571051" y="2570729"/>
                </a:lnTo>
                <a:lnTo>
                  <a:pt x="8544130" y="2594138"/>
                </a:lnTo>
                <a:lnTo>
                  <a:pt x="8518380" y="2615206"/>
                </a:lnTo>
                <a:lnTo>
                  <a:pt x="8489119" y="2631593"/>
                </a:lnTo>
                <a:lnTo>
                  <a:pt x="8457516" y="2645638"/>
                </a:lnTo>
                <a:lnTo>
                  <a:pt x="8423573" y="2657343"/>
                </a:lnTo>
                <a:lnTo>
                  <a:pt x="8388459" y="2667877"/>
                </a:lnTo>
                <a:lnTo>
                  <a:pt x="8353346" y="2677241"/>
                </a:lnTo>
                <a:lnTo>
                  <a:pt x="8317062" y="2686604"/>
                </a:lnTo>
                <a:lnTo>
                  <a:pt x="8283118" y="2697138"/>
                </a:lnTo>
                <a:lnTo>
                  <a:pt x="8249175" y="2708843"/>
                </a:lnTo>
                <a:lnTo>
                  <a:pt x="8217573" y="2722888"/>
                </a:lnTo>
                <a:lnTo>
                  <a:pt x="8189482" y="2740445"/>
                </a:lnTo>
                <a:lnTo>
                  <a:pt x="8163732" y="2761514"/>
                </a:lnTo>
                <a:lnTo>
                  <a:pt x="8142663" y="2787264"/>
                </a:lnTo>
                <a:lnTo>
                  <a:pt x="8125106" y="2815355"/>
                </a:lnTo>
                <a:lnTo>
                  <a:pt x="8111061" y="2846957"/>
                </a:lnTo>
                <a:lnTo>
                  <a:pt x="8099356" y="2880900"/>
                </a:lnTo>
                <a:lnTo>
                  <a:pt x="8088822" y="2914844"/>
                </a:lnTo>
                <a:lnTo>
                  <a:pt x="8079459" y="2951128"/>
                </a:lnTo>
                <a:lnTo>
                  <a:pt x="8070095" y="2986242"/>
                </a:lnTo>
                <a:lnTo>
                  <a:pt x="8059561" y="3021355"/>
                </a:lnTo>
                <a:lnTo>
                  <a:pt x="8047856" y="3055299"/>
                </a:lnTo>
                <a:lnTo>
                  <a:pt x="8033811" y="3086901"/>
                </a:lnTo>
                <a:lnTo>
                  <a:pt x="8017424" y="3116162"/>
                </a:lnTo>
                <a:lnTo>
                  <a:pt x="7996356" y="3141913"/>
                </a:lnTo>
                <a:lnTo>
                  <a:pt x="7972947" y="3168833"/>
                </a:lnTo>
                <a:lnTo>
                  <a:pt x="7946026" y="3192242"/>
                </a:lnTo>
                <a:lnTo>
                  <a:pt x="7916765" y="3214481"/>
                </a:lnTo>
                <a:lnTo>
                  <a:pt x="7887503" y="3236720"/>
                </a:lnTo>
                <a:lnTo>
                  <a:pt x="7858242" y="3258958"/>
                </a:lnTo>
                <a:lnTo>
                  <a:pt x="7830151" y="3281197"/>
                </a:lnTo>
                <a:lnTo>
                  <a:pt x="7803230" y="3305777"/>
                </a:lnTo>
                <a:lnTo>
                  <a:pt x="7779821" y="3330356"/>
                </a:lnTo>
                <a:lnTo>
                  <a:pt x="7759923" y="3358447"/>
                </a:lnTo>
                <a:lnTo>
                  <a:pt x="7744708" y="3387709"/>
                </a:lnTo>
                <a:lnTo>
                  <a:pt x="7734173" y="3422822"/>
                </a:lnTo>
                <a:lnTo>
                  <a:pt x="7729492" y="3459107"/>
                </a:lnTo>
                <a:lnTo>
                  <a:pt x="7728321" y="3496561"/>
                </a:lnTo>
                <a:lnTo>
                  <a:pt x="7731832" y="3536357"/>
                </a:lnTo>
                <a:lnTo>
                  <a:pt x="7736514" y="3576152"/>
                </a:lnTo>
                <a:lnTo>
                  <a:pt x="7742367" y="3615948"/>
                </a:lnTo>
                <a:lnTo>
                  <a:pt x="7747048" y="3655744"/>
                </a:lnTo>
                <a:lnTo>
                  <a:pt x="7749389" y="3695539"/>
                </a:lnTo>
                <a:lnTo>
                  <a:pt x="7749389" y="3734164"/>
                </a:lnTo>
                <a:lnTo>
                  <a:pt x="7744708" y="3770449"/>
                </a:lnTo>
                <a:lnTo>
                  <a:pt x="7735344" y="3806733"/>
                </a:lnTo>
                <a:lnTo>
                  <a:pt x="7721298" y="3840676"/>
                </a:lnTo>
                <a:lnTo>
                  <a:pt x="7703741" y="3875790"/>
                </a:lnTo>
                <a:lnTo>
                  <a:pt x="7683844" y="3910903"/>
                </a:lnTo>
                <a:lnTo>
                  <a:pt x="7662775" y="3946017"/>
                </a:lnTo>
                <a:lnTo>
                  <a:pt x="7642878" y="3979961"/>
                </a:lnTo>
                <a:lnTo>
                  <a:pt x="7625321" y="4016245"/>
                </a:lnTo>
                <a:lnTo>
                  <a:pt x="7611275" y="4051358"/>
                </a:lnTo>
                <a:lnTo>
                  <a:pt x="7601912" y="4087643"/>
                </a:lnTo>
                <a:lnTo>
                  <a:pt x="7598400" y="4125097"/>
                </a:lnTo>
                <a:lnTo>
                  <a:pt x="7601912" y="4162552"/>
                </a:lnTo>
                <a:lnTo>
                  <a:pt x="7611275" y="4198836"/>
                </a:lnTo>
                <a:lnTo>
                  <a:pt x="7625321" y="4233950"/>
                </a:lnTo>
                <a:lnTo>
                  <a:pt x="7642878" y="4270234"/>
                </a:lnTo>
                <a:lnTo>
                  <a:pt x="7662775" y="4304177"/>
                </a:lnTo>
                <a:lnTo>
                  <a:pt x="7683844" y="4339291"/>
                </a:lnTo>
                <a:lnTo>
                  <a:pt x="7703741" y="4374405"/>
                </a:lnTo>
                <a:lnTo>
                  <a:pt x="7721298" y="4409519"/>
                </a:lnTo>
                <a:lnTo>
                  <a:pt x="7735344" y="4443462"/>
                </a:lnTo>
                <a:lnTo>
                  <a:pt x="7744708" y="4479746"/>
                </a:lnTo>
                <a:lnTo>
                  <a:pt x="7749389" y="4516030"/>
                </a:lnTo>
                <a:lnTo>
                  <a:pt x="7749389" y="4554655"/>
                </a:lnTo>
                <a:lnTo>
                  <a:pt x="7747048" y="4594451"/>
                </a:lnTo>
                <a:lnTo>
                  <a:pt x="7742367" y="4634247"/>
                </a:lnTo>
                <a:lnTo>
                  <a:pt x="7736514" y="4674042"/>
                </a:lnTo>
                <a:lnTo>
                  <a:pt x="7731832" y="4713838"/>
                </a:lnTo>
                <a:lnTo>
                  <a:pt x="7728321" y="4753633"/>
                </a:lnTo>
                <a:lnTo>
                  <a:pt x="7729492" y="4791088"/>
                </a:lnTo>
                <a:lnTo>
                  <a:pt x="7734173" y="4827372"/>
                </a:lnTo>
                <a:lnTo>
                  <a:pt x="7744708" y="4862486"/>
                </a:lnTo>
                <a:lnTo>
                  <a:pt x="7759923" y="4891747"/>
                </a:lnTo>
                <a:lnTo>
                  <a:pt x="7779821" y="4919838"/>
                </a:lnTo>
                <a:lnTo>
                  <a:pt x="7803230" y="4944418"/>
                </a:lnTo>
                <a:lnTo>
                  <a:pt x="7830151" y="4968998"/>
                </a:lnTo>
                <a:lnTo>
                  <a:pt x="7858242" y="4991236"/>
                </a:lnTo>
                <a:lnTo>
                  <a:pt x="7887503" y="5013475"/>
                </a:lnTo>
                <a:lnTo>
                  <a:pt x="7916765" y="5035714"/>
                </a:lnTo>
                <a:lnTo>
                  <a:pt x="7946026" y="5057952"/>
                </a:lnTo>
                <a:lnTo>
                  <a:pt x="7972947" y="5081362"/>
                </a:lnTo>
                <a:lnTo>
                  <a:pt x="7996356" y="5108282"/>
                </a:lnTo>
                <a:lnTo>
                  <a:pt x="8017424" y="5134032"/>
                </a:lnTo>
                <a:lnTo>
                  <a:pt x="8033811" y="5163294"/>
                </a:lnTo>
                <a:lnTo>
                  <a:pt x="8047856" y="5194896"/>
                </a:lnTo>
                <a:lnTo>
                  <a:pt x="8059561" y="5228839"/>
                </a:lnTo>
                <a:lnTo>
                  <a:pt x="8070095" y="5263953"/>
                </a:lnTo>
                <a:lnTo>
                  <a:pt x="8079459" y="5299067"/>
                </a:lnTo>
                <a:lnTo>
                  <a:pt x="8088822" y="5335351"/>
                </a:lnTo>
                <a:lnTo>
                  <a:pt x="8099356" y="5369294"/>
                </a:lnTo>
                <a:lnTo>
                  <a:pt x="8111061" y="5403238"/>
                </a:lnTo>
                <a:lnTo>
                  <a:pt x="8125106" y="5434840"/>
                </a:lnTo>
                <a:lnTo>
                  <a:pt x="8142663" y="5462931"/>
                </a:lnTo>
                <a:lnTo>
                  <a:pt x="8163732" y="5488681"/>
                </a:lnTo>
                <a:lnTo>
                  <a:pt x="8189482" y="5509749"/>
                </a:lnTo>
                <a:lnTo>
                  <a:pt x="8217573" y="5527306"/>
                </a:lnTo>
                <a:lnTo>
                  <a:pt x="8249175" y="5541352"/>
                </a:lnTo>
                <a:lnTo>
                  <a:pt x="8283118" y="5553056"/>
                </a:lnTo>
                <a:lnTo>
                  <a:pt x="8317062" y="5563590"/>
                </a:lnTo>
                <a:lnTo>
                  <a:pt x="8353346" y="5572954"/>
                </a:lnTo>
                <a:lnTo>
                  <a:pt x="8388459" y="5582318"/>
                </a:lnTo>
                <a:lnTo>
                  <a:pt x="8423573" y="5592852"/>
                </a:lnTo>
                <a:lnTo>
                  <a:pt x="8457516" y="5604556"/>
                </a:lnTo>
                <a:lnTo>
                  <a:pt x="8489119" y="5618602"/>
                </a:lnTo>
                <a:lnTo>
                  <a:pt x="8518380" y="5634988"/>
                </a:lnTo>
                <a:lnTo>
                  <a:pt x="8544130" y="5656057"/>
                </a:lnTo>
                <a:lnTo>
                  <a:pt x="8571051" y="5679466"/>
                </a:lnTo>
                <a:lnTo>
                  <a:pt x="8594460" y="5706386"/>
                </a:lnTo>
                <a:lnTo>
                  <a:pt x="8616699" y="5734477"/>
                </a:lnTo>
                <a:lnTo>
                  <a:pt x="8638937" y="5763739"/>
                </a:lnTo>
                <a:lnTo>
                  <a:pt x="8661176" y="5793000"/>
                </a:lnTo>
                <a:lnTo>
                  <a:pt x="8683415" y="5821091"/>
                </a:lnTo>
                <a:lnTo>
                  <a:pt x="8707994" y="5848012"/>
                </a:lnTo>
                <a:lnTo>
                  <a:pt x="8732574" y="5871421"/>
                </a:lnTo>
                <a:lnTo>
                  <a:pt x="8760665" y="5891319"/>
                </a:lnTo>
                <a:lnTo>
                  <a:pt x="8789926" y="5906535"/>
                </a:lnTo>
                <a:lnTo>
                  <a:pt x="8825040" y="5917069"/>
                </a:lnTo>
                <a:lnTo>
                  <a:pt x="8861324" y="5921751"/>
                </a:lnTo>
                <a:lnTo>
                  <a:pt x="8898779" y="5922921"/>
                </a:lnTo>
                <a:lnTo>
                  <a:pt x="8938575" y="5919410"/>
                </a:lnTo>
                <a:lnTo>
                  <a:pt x="8978370" y="5914728"/>
                </a:lnTo>
                <a:lnTo>
                  <a:pt x="9018166" y="5908876"/>
                </a:lnTo>
                <a:lnTo>
                  <a:pt x="9057961" y="5904194"/>
                </a:lnTo>
                <a:lnTo>
                  <a:pt x="9097757" y="5901853"/>
                </a:lnTo>
                <a:lnTo>
                  <a:pt x="9136382" y="5901853"/>
                </a:lnTo>
                <a:lnTo>
                  <a:pt x="9172666" y="5906535"/>
                </a:lnTo>
                <a:lnTo>
                  <a:pt x="9208950" y="5915898"/>
                </a:lnTo>
                <a:lnTo>
                  <a:pt x="9244064" y="5929944"/>
                </a:lnTo>
                <a:lnTo>
                  <a:pt x="9279178" y="5948671"/>
                </a:lnTo>
                <a:lnTo>
                  <a:pt x="9314292" y="5967398"/>
                </a:lnTo>
                <a:lnTo>
                  <a:pt x="9349405" y="5988467"/>
                </a:lnTo>
                <a:lnTo>
                  <a:pt x="9383349" y="6008364"/>
                </a:lnTo>
                <a:lnTo>
                  <a:pt x="9419633" y="6025921"/>
                </a:lnTo>
                <a:lnTo>
                  <a:pt x="9454747" y="6039967"/>
                </a:lnTo>
                <a:lnTo>
                  <a:pt x="9491031" y="6049331"/>
                </a:lnTo>
                <a:lnTo>
                  <a:pt x="9528486" y="6052842"/>
                </a:lnTo>
                <a:lnTo>
                  <a:pt x="9565940" y="6049331"/>
                </a:lnTo>
                <a:lnTo>
                  <a:pt x="9602224" y="6039967"/>
                </a:lnTo>
                <a:lnTo>
                  <a:pt x="9637338" y="6025921"/>
                </a:lnTo>
                <a:lnTo>
                  <a:pt x="9673622" y="6008364"/>
                </a:lnTo>
                <a:lnTo>
                  <a:pt x="9707566" y="5988467"/>
                </a:lnTo>
                <a:lnTo>
                  <a:pt x="9742679" y="5967398"/>
                </a:lnTo>
                <a:lnTo>
                  <a:pt x="9777793" y="5948671"/>
                </a:lnTo>
                <a:lnTo>
                  <a:pt x="9812907" y="5929944"/>
                </a:lnTo>
                <a:lnTo>
                  <a:pt x="9846850" y="5915898"/>
                </a:lnTo>
                <a:lnTo>
                  <a:pt x="9884305" y="5906535"/>
                </a:lnTo>
                <a:lnTo>
                  <a:pt x="9920589" y="5901853"/>
                </a:lnTo>
                <a:lnTo>
                  <a:pt x="9959214" y="5901853"/>
                </a:lnTo>
                <a:lnTo>
                  <a:pt x="9999010" y="5904194"/>
                </a:lnTo>
                <a:lnTo>
                  <a:pt x="10038805" y="5908876"/>
                </a:lnTo>
                <a:lnTo>
                  <a:pt x="10078601" y="5914728"/>
                </a:lnTo>
                <a:lnTo>
                  <a:pt x="10118396" y="5919410"/>
                </a:lnTo>
                <a:lnTo>
                  <a:pt x="10158192" y="5922921"/>
                </a:lnTo>
                <a:lnTo>
                  <a:pt x="10195647" y="5921751"/>
                </a:lnTo>
                <a:lnTo>
                  <a:pt x="10231931" y="5917069"/>
                </a:lnTo>
                <a:lnTo>
                  <a:pt x="10267044" y="5906535"/>
                </a:lnTo>
                <a:lnTo>
                  <a:pt x="10296306" y="5891319"/>
                </a:lnTo>
                <a:lnTo>
                  <a:pt x="10324397" y="5871421"/>
                </a:lnTo>
                <a:lnTo>
                  <a:pt x="10348977" y="5848012"/>
                </a:lnTo>
                <a:lnTo>
                  <a:pt x="10373556" y="5821091"/>
                </a:lnTo>
                <a:lnTo>
                  <a:pt x="10395795" y="5793000"/>
                </a:lnTo>
                <a:lnTo>
                  <a:pt x="10418034" y="5763739"/>
                </a:lnTo>
                <a:lnTo>
                  <a:pt x="10440272" y="5734477"/>
                </a:lnTo>
                <a:lnTo>
                  <a:pt x="10462511" y="5706386"/>
                </a:lnTo>
                <a:lnTo>
                  <a:pt x="10485920" y="5679466"/>
                </a:lnTo>
                <a:lnTo>
                  <a:pt x="10512841" y="5656057"/>
                </a:lnTo>
                <a:lnTo>
                  <a:pt x="10538591" y="5634988"/>
                </a:lnTo>
                <a:lnTo>
                  <a:pt x="10567852" y="5618602"/>
                </a:lnTo>
                <a:lnTo>
                  <a:pt x="10599455" y="5604556"/>
                </a:lnTo>
                <a:lnTo>
                  <a:pt x="10633398" y="5592852"/>
                </a:lnTo>
                <a:lnTo>
                  <a:pt x="10668512" y="5582318"/>
                </a:lnTo>
                <a:lnTo>
                  <a:pt x="10703626" y="5572954"/>
                </a:lnTo>
                <a:lnTo>
                  <a:pt x="10739910" y="5563590"/>
                </a:lnTo>
                <a:lnTo>
                  <a:pt x="10773853" y="5553056"/>
                </a:lnTo>
                <a:lnTo>
                  <a:pt x="10807796" y="5541352"/>
                </a:lnTo>
                <a:lnTo>
                  <a:pt x="10839399" y="5527306"/>
                </a:lnTo>
                <a:lnTo>
                  <a:pt x="10867490" y="5509749"/>
                </a:lnTo>
                <a:lnTo>
                  <a:pt x="10893240" y="5488681"/>
                </a:lnTo>
                <a:lnTo>
                  <a:pt x="10914308" y="5462931"/>
                </a:lnTo>
                <a:lnTo>
                  <a:pt x="10931865" y="5434840"/>
                </a:lnTo>
                <a:lnTo>
                  <a:pt x="10945910" y="5403238"/>
                </a:lnTo>
                <a:lnTo>
                  <a:pt x="10957615" y="5369294"/>
                </a:lnTo>
                <a:lnTo>
                  <a:pt x="10968149" y="5335351"/>
                </a:lnTo>
                <a:lnTo>
                  <a:pt x="10977513" y="5299067"/>
                </a:lnTo>
                <a:lnTo>
                  <a:pt x="10986876" y="5263953"/>
                </a:lnTo>
                <a:lnTo>
                  <a:pt x="10997410" y="5228839"/>
                </a:lnTo>
                <a:lnTo>
                  <a:pt x="11009115" y="5194896"/>
                </a:lnTo>
                <a:lnTo>
                  <a:pt x="11023160" y="5163294"/>
                </a:lnTo>
                <a:lnTo>
                  <a:pt x="11039547" y="5134032"/>
                </a:lnTo>
                <a:lnTo>
                  <a:pt x="11060615" y="5108282"/>
                </a:lnTo>
                <a:lnTo>
                  <a:pt x="11084024" y="5081362"/>
                </a:lnTo>
                <a:lnTo>
                  <a:pt x="11110945" y="5057952"/>
                </a:lnTo>
                <a:lnTo>
                  <a:pt x="11139036" y="5035714"/>
                </a:lnTo>
                <a:lnTo>
                  <a:pt x="11169468" y="5013475"/>
                </a:lnTo>
                <a:lnTo>
                  <a:pt x="11198729" y="4991236"/>
                </a:lnTo>
                <a:lnTo>
                  <a:pt x="11226820" y="4968998"/>
                </a:lnTo>
                <a:lnTo>
                  <a:pt x="11253741" y="4944418"/>
                </a:lnTo>
                <a:lnTo>
                  <a:pt x="11277150" y="4919838"/>
                </a:lnTo>
                <a:lnTo>
                  <a:pt x="11297048" y="4891747"/>
                </a:lnTo>
                <a:lnTo>
                  <a:pt x="11312264" y="4862486"/>
                </a:lnTo>
                <a:lnTo>
                  <a:pt x="11322798" y="4827372"/>
                </a:lnTo>
                <a:lnTo>
                  <a:pt x="11327480" y="4791088"/>
                </a:lnTo>
                <a:lnTo>
                  <a:pt x="11328650" y="4753633"/>
                </a:lnTo>
                <a:lnTo>
                  <a:pt x="11325139" y="4713838"/>
                </a:lnTo>
                <a:lnTo>
                  <a:pt x="11320457" y="4674042"/>
                </a:lnTo>
                <a:lnTo>
                  <a:pt x="11314605" y="4634247"/>
                </a:lnTo>
                <a:lnTo>
                  <a:pt x="11309923" y="4594451"/>
                </a:lnTo>
                <a:lnTo>
                  <a:pt x="11307582" y="4554655"/>
                </a:lnTo>
                <a:lnTo>
                  <a:pt x="11307582" y="4516030"/>
                </a:lnTo>
                <a:lnTo>
                  <a:pt x="11312264" y="4479746"/>
                </a:lnTo>
                <a:lnTo>
                  <a:pt x="11321628" y="4443462"/>
                </a:lnTo>
                <a:lnTo>
                  <a:pt x="11335673" y="4409519"/>
                </a:lnTo>
                <a:lnTo>
                  <a:pt x="11354400" y="4374405"/>
                </a:lnTo>
                <a:lnTo>
                  <a:pt x="11373128" y="4339291"/>
                </a:lnTo>
                <a:lnTo>
                  <a:pt x="11394196" y="4304177"/>
                </a:lnTo>
                <a:lnTo>
                  <a:pt x="11414094" y="4270234"/>
                </a:lnTo>
                <a:lnTo>
                  <a:pt x="11431650" y="4233950"/>
                </a:lnTo>
                <a:lnTo>
                  <a:pt x="11445696" y="4198836"/>
                </a:lnTo>
                <a:lnTo>
                  <a:pt x="11455060" y="4162552"/>
                </a:lnTo>
                <a:lnTo>
                  <a:pt x="11458571" y="4125097"/>
                </a:lnTo>
                <a:lnTo>
                  <a:pt x="11455060" y="4087643"/>
                </a:lnTo>
                <a:lnTo>
                  <a:pt x="11445696" y="4051358"/>
                </a:lnTo>
                <a:lnTo>
                  <a:pt x="11431650" y="4016245"/>
                </a:lnTo>
                <a:lnTo>
                  <a:pt x="11414094" y="3979961"/>
                </a:lnTo>
                <a:lnTo>
                  <a:pt x="11394196" y="3946017"/>
                </a:lnTo>
                <a:lnTo>
                  <a:pt x="11373128" y="3910903"/>
                </a:lnTo>
                <a:lnTo>
                  <a:pt x="11354400" y="3875790"/>
                </a:lnTo>
                <a:lnTo>
                  <a:pt x="11335673" y="3840676"/>
                </a:lnTo>
                <a:lnTo>
                  <a:pt x="11321628" y="3806733"/>
                </a:lnTo>
                <a:lnTo>
                  <a:pt x="11312264" y="3770449"/>
                </a:lnTo>
                <a:lnTo>
                  <a:pt x="11307582" y="3734164"/>
                </a:lnTo>
                <a:lnTo>
                  <a:pt x="11307582" y="3695539"/>
                </a:lnTo>
                <a:lnTo>
                  <a:pt x="11309923" y="3655744"/>
                </a:lnTo>
                <a:lnTo>
                  <a:pt x="11314605" y="3615948"/>
                </a:lnTo>
                <a:lnTo>
                  <a:pt x="11320457" y="3576152"/>
                </a:lnTo>
                <a:lnTo>
                  <a:pt x="11325139" y="3536357"/>
                </a:lnTo>
                <a:lnTo>
                  <a:pt x="11328650" y="3496561"/>
                </a:lnTo>
                <a:lnTo>
                  <a:pt x="11327480" y="3459107"/>
                </a:lnTo>
                <a:lnTo>
                  <a:pt x="11322798" y="3422822"/>
                </a:lnTo>
                <a:lnTo>
                  <a:pt x="11312264" y="3387709"/>
                </a:lnTo>
                <a:lnTo>
                  <a:pt x="11297048" y="3358447"/>
                </a:lnTo>
                <a:lnTo>
                  <a:pt x="11277150" y="3330356"/>
                </a:lnTo>
                <a:lnTo>
                  <a:pt x="11253741" y="3305777"/>
                </a:lnTo>
                <a:lnTo>
                  <a:pt x="11226820" y="3281197"/>
                </a:lnTo>
                <a:lnTo>
                  <a:pt x="11198729" y="3258958"/>
                </a:lnTo>
                <a:lnTo>
                  <a:pt x="11169468" y="3236720"/>
                </a:lnTo>
                <a:lnTo>
                  <a:pt x="11139036" y="3214481"/>
                </a:lnTo>
                <a:lnTo>
                  <a:pt x="11110945" y="3192242"/>
                </a:lnTo>
                <a:lnTo>
                  <a:pt x="11084024" y="3168833"/>
                </a:lnTo>
                <a:lnTo>
                  <a:pt x="11060615" y="3141913"/>
                </a:lnTo>
                <a:lnTo>
                  <a:pt x="11039547" y="3116162"/>
                </a:lnTo>
                <a:lnTo>
                  <a:pt x="11023160" y="3086901"/>
                </a:lnTo>
                <a:lnTo>
                  <a:pt x="11009115" y="3055299"/>
                </a:lnTo>
                <a:lnTo>
                  <a:pt x="10997410" y="3021355"/>
                </a:lnTo>
                <a:lnTo>
                  <a:pt x="10986876" y="2986242"/>
                </a:lnTo>
                <a:lnTo>
                  <a:pt x="10977513" y="2951128"/>
                </a:lnTo>
                <a:lnTo>
                  <a:pt x="10968149" y="2914844"/>
                </a:lnTo>
                <a:lnTo>
                  <a:pt x="10957615" y="2880900"/>
                </a:lnTo>
                <a:lnTo>
                  <a:pt x="10945910" y="2846957"/>
                </a:lnTo>
                <a:lnTo>
                  <a:pt x="10931865" y="2815355"/>
                </a:lnTo>
                <a:lnTo>
                  <a:pt x="10914308" y="2787264"/>
                </a:lnTo>
                <a:lnTo>
                  <a:pt x="10893240" y="2761514"/>
                </a:lnTo>
                <a:lnTo>
                  <a:pt x="10867490" y="2740445"/>
                </a:lnTo>
                <a:lnTo>
                  <a:pt x="10839399" y="2722888"/>
                </a:lnTo>
                <a:lnTo>
                  <a:pt x="10807796" y="2708843"/>
                </a:lnTo>
                <a:lnTo>
                  <a:pt x="10773853" y="2697138"/>
                </a:lnTo>
                <a:lnTo>
                  <a:pt x="10739910" y="2686604"/>
                </a:lnTo>
                <a:lnTo>
                  <a:pt x="10703626" y="2677241"/>
                </a:lnTo>
                <a:lnTo>
                  <a:pt x="10668512" y="2667877"/>
                </a:lnTo>
                <a:lnTo>
                  <a:pt x="10633398" y="2657343"/>
                </a:lnTo>
                <a:lnTo>
                  <a:pt x="10599455" y="2645638"/>
                </a:lnTo>
                <a:lnTo>
                  <a:pt x="10567852" y="2631593"/>
                </a:lnTo>
                <a:lnTo>
                  <a:pt x="10538591" y="2615206"/>
                </a:lnTo>
                <a:lnTo>
                  <a:pt x="10512841" y="2594138"/>
                </a:lnTo>
                <a:lnTo>
                  <a:pt x="10485920" y="2570729"/>
                </a:lnTo>
                <a:lnTo>
                  <a:pt x="10462511" y="2543808"/>
                </a:lnTo>
                <a:lnTo>
                  <a:pt x="10440272" y="2515717"/>
                </a:lnTo>
                <a:lnTo>
                  <a:pt x="10418034" y="2486456"/>
                </a:lnTo>
                <a:lnTo>
                  <a:pt x="10395795" y="2457194"/>
                </a:lnTo>
                <a:lnTo>
                  <a:pt x="10373556" y="2429103"/>
                </a:lnTo>
                <a:lnTo>
                  <a:pt x="10348977" y="2402183"/>
                </a:lnTo>
                <a:lnTo>
                  <a:pt x="10324397" y="2378774"/>
                </a:lnTo>
                <a:lnTo>
                  <a:pt x="10296306" y="2358876"/>
                </a:lnTo>
                <a:lnTo>
                  <a:pt x="10267044" y="2343660"/>
                </a:lnTo>
                <a:lnTo>
                  <a:pt x="10231931" y="2333126"/>
                </a:lnTo>
                <a:lnTo>
                  <a:pt x="10195647" y="2328444"/>
                </a:lnTo>
                <a:lnTo>
                  <a:pt x="10158192" y="2327274"/>
                </a:lnTo>
                <a:lnTo>
                  <a:pt x="10118396" y="2330785"/>
                </a:lnTo>
                <a:lnTo>
                  <a:pt x="10078601" y="2335467"/>
                </a:lnTo>
                <a:lnTo>
                  <a:pt x="10038805" y="2341319"/>
                </a:lnTo>
                <a:lnTo>
                  <a:pt x="9999010" y="2346001"/>
                </a:lnTo>
                <a:lnTo>
                  <a:pt x="9959214" y="2348342"/>
                </a:lnTo>
                <a:lnTo>
                  <a:pt x="9920589" y="2348342"/>
                </a:lnTo>
                <a:lnTo>
                  <a:pt x="9884305" y="2343660"/>
                </a:lnTo>
                <a:lnTo>
                  <a:pt x="9846850" y="2334296"/>
                </a:lnTo>
                <a:lnTo>
                  <a:pt x="9812907" y="2320251"/>
                </a:lnTo>
                <a:lnTo>
                  <a:pt x="9777793" y="2301524"/>
                </a:lnTo>
                <a:lnTo>
                  <a:pt x="9742679" y="2282796"/>
                </a:lnTo>
                <a:lnTo>
                  <a:pt x="9707566" y="2261728"/>
                </a:lnTo>
                <a:lnTo>
                  <a:pt x="9673622" y="2241830"/>
                </a:lnTo>
                <a:lnTo>
                  <a:pt x="9637338" y="2224273"/>
                </a:lnTo>
                <a:lnTo>
                  <a:pt x="9602224" y="2210228"/>
                </a:lnTo>
                <a:lnTo>
                  <a:pt x="9565940" y="2200864"/>
                </a:lnTo>
                <a:lnTo>
                  <a:pt x="9528486" y="2197353"/>
                </a:lnTo>
                <a:close/>
              </a:path>
            </a:pathLst>
          </a:custGeom>
          <a:solidFill>
            <a:schemeClr val="bg2"/>
          </a:solidFill>
          <a:ln w="101600">
            <a:noFill/>
            <a:prstDash val="solid"/>
            <a:round/>
            <a:headEnd/>
            <a:tailEnd/>
          </a:ln>
        </p:spPr>
      </p:sp>
      <p:sp>
        <p:nvSpPr>
          <p:cNvPr id="2" name="Título 1"/>
          <p:cNvSpPr>
            <a:spLocks noGrp="1"/>
          </p:cNvSpPr>
          <p:nvPr>
            <p:ph type="title"/>
          </p:nvPr>
        </p:nvSpPr>
        <p:spPr>
          <a:xfrm>
            <a:off x="1251678" y="382385"/>
            <a:ext cx="10178322" cy="1492132"/>
          </a:xfrm>
        </p:spPr>
        <p:txBody>
          <a:bodyPr>
            <a:normAutofit/>
          </a:bodyPr>
          <a:lstStyle/>
          <a:p>
            <a:r>
              <a:rPr lang="pt-BR" b="1"/>
              <a:t>O que é resenha, segundo o houaiss?</a:t>
            </a:r>
          </a:p>
        </p:txBody>
      </p:sp>
      <p:sp>
        <p:nvSpPr>
          <p:cNvPr id="11" name="Freeform 6">
            <a:extLst>
              <a:ext uri="{FF2B5EF4-FFF2-40B4-BE49-F238E27FC236}">
                <a16:creationId xmlns:a16="http://schemas.microsoft.com/office/drawing/2014/main" id="{59146B5A-0BC2-431D-8B26-141ADDE36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3" name="Espaço Reservado para Conteúdo 2"/>
          <p:cNvSpPr>
            <a:spLocks noGrp="1"/>
          </p:cNvSpPr>
          <p:nvPr>
            <p:ph idx="1"/>
          </p:nvPr>
        </p:nvSpPr>
        <p:spPr>
          <a:xfrm>
            <a:off x="960582" y="1874516"/>
            <a:ext cx="6724073" cy="4861843"/>
          </a:xfrm>
        </p:spPr>
        <p:txBody>
          <a:bodyPr>
            <a:normAutofit/>
          </a:bodyPr>
          <a:lstStyle/>
          <a:p>
            <a:pPr marL="0" indent="0">
              <a:lnSpc>
                <a:spcPct val="100000"/>
              </a:lnSpc>
              <a:buNone/>
            </a:pPr>
            <a:r>
              <a:rPr lang="pt-BR" sz="1700" i="1" dirty="0">
                <a:solidFill>
                  <a:schemeClr val="tx1"/>
                </a:solidFill>
              </a:rPr>
              <a:t>Substantivo feminino </a:t>
            </a:r>
          </a:p>
          <a:p>
            <a:pPr>
              <a:lnSpc>
                <a:spcPct val="100000"/>
              </a:lnSpc>
            </a:pPr>
            <a:r>
              <a:rPr lang="pt-BR" dirty="0">
                <a:solidFill>
                  <a:srgbClr val="FF0000"/>
                </a:solidFill>
              </a:rPr>
              <a:t>Ato ou efeito de resenhar</a:t>
            </a:r>
          </a:p>
          <a:p>
            <a:pPr marL="0" indent="0">
              <a:lnSpc>
                <a:spcPct val="100000"/>
              </a:lnSpc>
              <a:buNone/>
            </a:pPr>
            <a:r>
              <a:rPr lang="pt-BR" b="1" dirty="0">
                <a:solidFill>
                  <a:schemeClr val="tx1"/>
                </a:solidFill>
              </a:rPr>
              <a:t>1 </a:t>
            </a:r>
            <a:r>
              <a:rPr lang="pt-BR" dirty="0">
                <a:solidFill>
                  <a:schemeClr val="tx1"/>
                </a:solidFill>
              </a:rPr>
              <a:t>descrição feita com detalhes, com pormenores</a:t>
            </a:r>
          </a:p>
          <a:p>
            <a:pPr marL="0" indent="0">
              <a:lnSpc>
                <a:spcPct val="100000"/>
              </a:lnSpc>
              <a:buNone/>
            </a:pPr>
            <a:r>
              <a:rPr lang="pt-BR" b="1" dirty="0">
                <a:solidFill>
                  <a:schemeClr val="tx1"/>
                </a:solidFill>
              </a:rPr>
              <a:t>2 </a:t>
            </a:r>
            <a:r>
              <a:rPr lang="pt-BR" dirty="0">
                <a:solidFill>
                  <a:schemeClr val="tx1"/>
                </a:solidFill>
              </a:rPr>
              <a:t>contagem, conferência, verificação</a:t>
            </a:r>
          </a:p>
          <a:p>
            <a:pPr marL="0" indent="0">
              <a:lnSpc>
                <a:spcPct val="100000"/>
              </a:lnSpc>
              <a:buNone/>
            </a:pPr>
            <a:r>
              <a:rPr lang="pt-BR" dirty="0">
                <a:solidFill>
                  <a:schemeClr val="tx1"/>
                </a:solidFill>
              </a:rPr>
              <a:t> </a:t>
            </a:r>
          </a:p>
        </p:txBody>
      </p:sp>
      <p:sp>
        <p:nvSpPr>
          <p:cNvPr id="13" name="Rectangle 12">
            <a:extLst>
              <a:ext uri="{FF2B5EF4-FFF2-40B4-BE49-F238E27FC236}">
                <a16:creationId xmlns:a16="http://schemas.microsoft.com/office/drawing/2014/main" id="{28A7DA0B-D1CC-428A-941E-C31E8E7BD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072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73EEC40-1E6A-4BA4-90CA-0E9CB6D62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p:cNvSpPr>
            <a:spLocks noGrp="1"/>
          </p:cNvSpPr>
          <p:nvPr>
            <p:ph type="title"/>
          </p:nvPr>
        </p:nvSpPr>
        <p:spPr>
          <a:xfrm>
            <a:off x="8050787" y="482322"/>
            <a:ext cx="3656581" cy="5571624"/>
          </a:xfrm>
        </p:spPr>
        <p:txBody>
          <a:bodyPr anchor="ctr">
            <a:normAutofit/>
          </a:bodyPr>
          <a:lstStyle/>
          <a:p>
            <a:r>
              <a:rPr lang="pt-BR" b="1" dirty="0"/>
              <a:t>Qual a diferença entre </a:t>
            </a:r>
            <a:r>
              <a:rPr lang="pt-BR" b="1" dirty="0">
                <a:solidFill>
                  <a:srgbClr val="FF0000"/>
                </a:solidFill>
              </a:rPr>
              <a:t>resumo</a:t>
            </a:r>
            <a:r>
              <a:rPr lang="pt-BR" b="1" dirty="0"/>
              <a:t> e </a:t>
            </a:r>
            <a:r>
              <a:rPr lang="pt-BR" b="1" dirty="0">
                <a:solidFill>
                  <a:srgbClr val="FF0000"/>
                </a:solidFill>
              </a:rPr>
              <a:t>resenha</a:t>
            </a:r>
            <a:r>
              <a:rPr lang="pt-BR" b="1" dirty="0"/>
              <a:t>?</a:t>
            </a:r>
            <a:br>
              <a:rPr lang="pt-BR" b="1" dirty="0"/>
            </a:br>
            <a:endParaRPr lang="pt-BR" dirty="0"/>
          </a:p>
        </p:txBody>
      </p:sp>
      <p:sp>
        <p:nvSpPr>
          <p:cNvPr id="12" name="Freeform 10">
            <a:extLst>
              <a:ext uri="{FF2B5EF4-FFF2-40B4-BE49-F238E27FC236}">
                <a16:creationId xmlns:a16="http://schemas.microsoft.com/office/drawing/2014/main" id="{23E5B0A1-62AF-4842-80C0-74DA087E9C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sp>
      <p:sp>
        <p:nvSpPr>
          <p:cNvPr id="14" name="Rectangle 13">
            <a:extLst>
              <a:ext uri="{FF2B5EF4-FFF2-40B4-BE49-F238E27FC236}">
                <a16:creationId xmlns:a16="http://schemas.microsoft.com/office/drawing/2014/main" id="{42AB6772-4EB6-467C-BDF3-6F1E3D125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 name="Espaço Reservado para Conteúdo 2">
            <a:extLst>
              <a:ext uri="{FF2B5EF4-FFF2-40B4-BE49-F238E27FC236}">
                <a16:creationId xmlns:a16="http://schemas.microsoft.com/office/drawing/2014/main" id="{5249FD8B-2071-4DAE-98EB-2501B7F72CA7}"/>
              </a:ext>
            </a:extLst>
          </p:cNvPr>
          <p:cNvGraphicFramePr>
            <a:graphicFrameLocks noGrp="1"/>
          </p:cNvGraphicFramePr>
          <p:nvPr>
            <p:ph idx="1"/>
            <p:extLst>
              <p:ext uri="{D42A27DB-BD31-4B8C-83A1-F6EECF244321}">
                <p14:modId xmlns:p14="http://schemas.microsoft.com/office/powerpoint/2010/main" val="4047280087"/>
              </p:ext>
            </p:extLst>
          </p:nvPr>
        </p:nvGraphicFramePr>
        <p:xfrm>
          <a:off x="765175" y="481013"/>
          <a:ext cx="6508080" cy="55732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6907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251679" y="645107"/>
            <a:ext cx="3384329" cy="5408283"/>
          </a:xfrm>
        </p:spPr>
        <p:txBody>
          <a:bodyPr anchor="ctr">
            <a:normAutofit/>
          </a:bodyPr>
          <a:lstStyle/>
          <a:p>
            <a:r>
              <a:rPr lang="pt-BR" sz="4000"/>
              <a:t>Tipos de resenha: </a:t>
            </a:r>
            <a:r>
              <a:rPr lang="pt-BR" sz="4000" b="1" cap="none"/>
              <a:t>resenha crítica</a:t>
            </a:r>
          </a:p>
        </p:txBody>
      </p:sp>
      <p:graphicFrame>
        <p:nvGraphicFramePr>
          <p:cNvPr id="5" name="Espaço Reservado para Conteúdo 2">
            <a:extLst>
              <a:ext uri="{FF2B5EF4-FFF2-40B4-BE49-F238E27FC236}">
                <a16:creationId xmlns:a16="http://schemas.microsoft.com/office/drawing/2014/main" id="{5EF1E704-5FC5-4B04-B377-AF05BD23D466}"/>
              </a:ext>
            </a:extLst>
          </p:cNvPr>
          <p:cNvGraphicFramePr>
            <a:graphicFrameLocks noGrp="1"/>
          </p:cNvGraphicFramePr>
          <p:nvPr>
            <p:ph idx="1"/>
            <p:extLst>
              <p:ext uri="{D42A27DB-BD31-4B8C-83A1-F6EECF244321}">
                <p14:modId xmlns:p14="http://schemas.microsoft.com/office/powerpoint/2010/main" val="3904006557"/>
              </p:ext>
            </p:extLst>
          </p:nvPr>
        </p:nvGraphicFramePr>
        <p:xfrm>
          <a:off x="4054765" y="249382"/>
          <a:ext cx="7564580" cy="65208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1722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EBA139-F915-4375-ACCA-9C6C9FB82DE8}"/>
              </a:ext>
            </a:extLst>
          </p:cNvPr>
          <p:cNvSpPr>
            <a:spLocks noGrp="1"/>
          </p:cNvSpPr>
          <p:nvPr>
            <p:ph type="title"/>
          </p:nvPr>
        </p:nvSpPr>
        <p:spPr>
          <a:xfrm>
            <a:off x="1251678" y="382385"/>
            <a:ext cx="10178322" cy="834019"/>
          </a:xfrm>
        </p:spPr>
        <p:txBody>
          <a:bodyPr/>
          <a:lstStyle/>
          <a:p>
            <a:r>
              <a:rPr lang="pt-BR" b="1" dirty="0"/>
              <a:t>Estrutura</a:t>
            </a:r>
          </a:p>
        </p:txBody>
      </p:sp>
      <p:sp>
        <p:nvSpPr>
          <p:cNvPr id="3" name="Espaço Reservado para Conteúdo 2">
            <a:extLst>
              <a:ext uri="{FF2B5EF4-FFF2-40B4-BE49-F238E27FC236}">
                <a16:creationId xmlns:a16="http://schemas.microsoft.com/office/drawing/2014/main" id="{E27DADE6-5AF0-4C28-9302-CAE99E803C96}"/>
              </a:ext>
            </a:extLst>
          </p:cNvPr>
          <p:cNvSpPr>
            <a:spLocks noGrp="1"/>
          </p:cNvSpPr>
          <p:nvPr>
            <p:ph idx="1"/>
          </p:nvPr>
        </p:nvSpPr>
        <p:spPr>
          <a:xfrm>
            <a:off x="1251678" y="1359017"/>
            <a:ext cx="9989570" cy="4520575"/>
          </a:xfrm>
        </p:spPr>
        <p:txBody>
          <a:bodyPr/>
          <a:lstStyle/>
          <a:p>
            <a:r>
              <a:rPr lang="pt-BR" dirty="0"/>
              <a:t>Introdução, com informações sobre o autor;</a:t>
            </a:r>
          </a:p>
          <a:p>
            <a:r>
              <a:rPr lang="pt-BR" dirty="0"/>
              <a:t>Tema e contextualização;</a:t>
            </a:r>
          </a:p>
          <a:p>
            <a:r>
              <a:rPr lang="pt-BR" dirty="0"/>
              <a:t>Resumo das questões levantadas na obra resenhada;</a:t>
            </a:r>
          </a:p>
          <a:p>
            <a:r>
              <a:rPr lang="pt-BR" dirty="0"/>
              <a:t>Conclusão e avaliação</a:t>
            </a:r>
          </a:p>
        </p:txBody>
      </p:sp>
    </p:spTree>
    <p:extLst>
      <p:ext uri="{BB962C8B-B14F-4D97-AF65-F5344CB8AC3E}">
        <p14:creationId xmlns:p14="http://schemas.microsoft.com/office/powerpoint/2010/main" val="2521552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51678" y="382385"/>
            <a:ext cx="10178322" cy="699440"/>
          </a:xfrm>
        </p:spPr>
        <p:txBody>
          <a:bodyPr>
            <a:normAutofit/>
          </a:bodyPr>
          <a:lstStyle/>
          <a:p>
            <a:r>
              <a:rPr lang="pt-BR" sz="4400" dirty="0"/>
              <a:t>Exemplo de resenha crítica:</a:t>
            </a:r>
          </a:p>
        </p:txBody>
      </p:sp>
      <p:sp>
        <p:nvSpPr>
          <p:cNvPr id="3" name="Espaço Reservado para Conteúdo 2"/>
          <p:cNvSpPr>
            <a:spLocks noGrp="1"/>
          </p:cNvSpPr>
          <p:nvPr>
            <p:ph idx="1"/>
          </p:nvPr>
        </p:nvSpPr>
        <p:spPr>
          <a:xfrm>
            <a:off x="964733" y="1081825"/>
            <a:ext cx="10897299" cy="5646146"/>
          </a:xfrm>
        </p:spPr>
        <p:txBody>
          <a:bodyPr>
            <a:normAutofit fontScale="92500" lnSpcReduction="20000"/>
          </a:bodyPr>
          <a:lstStyle/>
          <a:p>
            <a:r>
              <a:rPr lang="pt-BR" dirty="0">
                <a:solidFill>
                  <a:schemeClr val="tx1"/>
                </a:solidFill>
              </a:rPr>
              <a:t>CINEMA (</a:t>
            </a:r>
            <a:r>
              <a:rPr lang="pt-BR" dirty="0">
                <a:hlinkClick r:id="rId2"/>
              </a:rPr>
              <a:t>https://www.youtube.com/watch?v=GtdzuOle5kc</a:t>
            </a:r>
            <a:r>
              <a:rPr lang="pt-BR" dirty="0"/>
              <a:t>)</a:t>
            </a:r>
            <a:endParaRPr lang="pt-BR" dirty="0">
              <a:solidFill>
                <a:schemeClr val="tx1"/>
              </a:solidFill>
            </a:endParaRPr>
          </a:p>
          <a:p>
            <a:r>
              <a:rPr lang="pt-BR" b="1" dirty="0">
                <a:solidFill>
                  <a:schemeClr val="tx1"/>
                </a:solidFill>
              </a:rPr>
              <a:t>RESENHA • EXTRAORDINÁRIO / Fonte: </a:t>
            </a:r>
            <a:r>
              <a:rPr lang="pt-BR" dirty="0"/>
              <a:t>criadomundo.com.br/post/cinema/resenha-o-</a:t>
            </a:r>
            <a:r>
              <a:rPr lang="pt-BR" dirty="0" err="1"/>
              <a:t>extraordinario</a:t>
            </a:r>
            <a:r>
              <a:rPr lang="pt-BR" dirty="0"/>
              <a:t>/</a:t>
            </a:r>
            <a:endParaRPr lang="pt-BR" dirty="0">
              <a:solidFill>
                <a:schemeClr val="tx1"/>
              </a:solidFill>
            </a:endParaRPr>
          </a:p>
          <a:p>
            <a:r>
              <a:rPr lang="pt-BR" i="1" dirty="0">
                <a:solidFill>
                  <a:schemeClr val="tx1"/>
                </a:solidFill>
              </a:rPr>
              <a:t>Por Marcela Barbosa em 05 de dezembro de 2017 em Editora Intrínseca , Extraordinário , Jacob </a:t>
            </a:r>
            <a:r>
              <a:rPr lang="pt-BR" i="1" dirty="0" err="1">
                <a:solidFill>
                  <a:schemeClr val="tx1"/>
                </a:solidFill>
              </a:rPr>
              <a:t>Trembley</a:t>
            </a:r>
            <a:r>
              <a:rPr lang="pt-BR" i="1" dirty="0">
                <a:solidFill>
                  <a:schemeClr val="tx1"/>
                </a:solidFill>
              </a:rPr>
              <a:t> , Julia Roberts , Owen Wilson , R.J. </a:t>
            </a:r>
            <a:r>
              <a:rPr lang="pt-BR" i="1" dirty="0" err="1">
                <a:solidFill>
                  <a:schemeClr val="tx1"/>
                </a:solidFill>
              </a:rPr>
              <a:t>Palacio</a:t>
            </a:r>
            <a:r>
              <a:rPr lang="pt-BR" i="1" dirty="0">
                <a:solidFill>
                  <a:schemeClr val="tx1"/>
                </a:solidFill>
              </a:rPr>
              <a:t> , Stephen </a:t>
            </a:r>
            <a:r>
              <a:rPr lang="pt-BR" i="1" dirty="0" err="1">
                <a:solidFill>
                  <a:schemeClr val="tx1"/>
                </a:solidFill>
              </a:rPr>
              <a:t>Chbosky</a:t>
            </a:r>
            <a:r>
              <a:rPr lang="pt-BR" i="1" dirty="0">
                <a:solidFill>
                  <a:schemeClr val="tx1"/>
                </a:solidFill>
              </a:rPr>
              <a:t> , e Wonder </a:t>
            </a:r>
            <a:endParaRPr lang="pt-BR" dirty="0">
              <a:solidFill>
                <a:schemeClr val="tx1"/>
              </a:solidFill>
            </a:endParaRPr>
          </a:p>
          <a:p>
            <a:pPr marL="0" indent="0" algn="ctr">
              <a:buNone/>
            </a:pPr>
            <a:r>
              <a:rPr lang="pt-BR" b="1" i="1" dirty="0">
                <a:solidFill>
                  <a:schemeClr val="tx1"/>
                </a:solidFill>
              </a:rPr>
              <a:t>“Temos marcas em nossos rostos. Elas são o mapa que nos mostra para onde vamos”</a:t>
            </a:r>
            <a:endParaRPr lang="pt-BR" dirty="0">
              <a:solidFill>
                <a:schemeClr val="tx1"/>
              </a:solidFill>
            </a:endParaRPr>
          </a:p>
          <a:p>
            <a:endParaRPr lang="pt-BR" dirty="0">
              <a:solidFill>
                <a:schemeClr val="tx1"/>
              </a:solidFill>
            </a:endParaRPr>
          </a:p>
          <a:p>
            <a:r>
              <a:rPr lang="pt-BR" dirty="0">
                <a:solidFill>
                  <a:schemeClr val="tx1"/>
                </a:solidFill>
              </a:rPr>
              <a:t>Quando assisti ao trailer de “</a:t>
            </a:r>
            <a:r>
              <a:rPr lang="pt-BR" b="1" dirty="0">
                <a:solidFill>
                  <a:schemeClr val="tx1"/>
                </a:solidFill>
              </a:rPr>
              <a:t>Extraordinário”</a:t>
            </a:r>
            <a:r>
              <a:rPr lang="pt-BR" dirty="0">
                <a:solidFill>
                  <a:schemeClr val="tx1"/>
                </a:solidFill>
              </a:rPr>
              <a:t>, novo filme do diretor Stephen </a:t>
            </a:r>
            <a:r>
              <a:rPr lang="pt-BR" dirty="0" err="1">
                <a:solidFill>
                  <a:schemeClr val="tx1"/>
                </a:solidFill>
              </a:rPr>
              <a:t>Chbosky</a:t>
            </a:r>
            <a:r>
              <a:rPr lang="pt-BR" dirty="0">
                <a:solidFill>
                  <a:schemeClr val="tx1"/>
                </a:solidFill>
              </a:rPr>
              <a:t>, baseado no livro homônimo, tive certeza que seria uma daquelas tramas emocionantes que levaria os expectadores às lágrimas, já que se trata da história de um garoto que tem uma deformidade facial enfrentando o preconceito das pessoas. Minha teoria caiu por terra quando, na primeira cena, o garoto em sua narrativa em off descreve seu parto de forma cômica e daí em diante o tom do filme é esse: leve e emocionante.</a:t>
            </a:r>
          </a:p>
          <a:p>
            <a:r>
              <a:rPr lang="pt-BR" dirty="0">
                <a:solidFill>
                  <a:schemeClr val="tx1"/>
                </a:solidFill>
              </a:rPr>
              <a:t>August “</a:t>
            </a:r>
            <a:r>
              <a:rPr lang="pt-BR" dirty="0" err="1">
                <a:solidFill>
                  <a:schemeClr val="tx1"/>
                </a:solidFill>
              </a:rPr>
              <a:t>Auggie</a:t>
            </a:r>
            <a:r>
              <a:rPr lang="pt-BR" dirty="0">
                <a:solidFill>
                  <a:schemeClr val="tx1"/>
                </a:solidFill>
              </a:rPr>
              <a:t>” </a:t>
            </a:r>
            <a:r>
              <a:rPr lang="pt-BR" dirty="0" err="1">
                <a:solidFill>
                  <a:schemeClr val="tx1"/>
                </a:solidFill>
              </a:rPr>
              <a:t>Pullmann</a:t>
            </a:r>
            <a:r>
              <a:rPr lang="pt-BR" dirty="0">
                <a:solidFill>
                  <a:schemeClr val="tx1"/>
                </a:solidFill>
              </a:rPr>
              <a:t> nasceu com uma rara doença que fez com que seu rosto ficasse deformado e precisou passar por 27 cirurgias em sua breve vida para corrigir alguns aspectos, mas ainda assim sua aparência gera curiosidade e desconforto. </a:t>
            </a:r>
            <a:r>
              <a:rPr lang="pt-BR" dirty="0" err="1">
                <a:solidFill>
                  <a:schemeClr val="tx1"/>
                </a:solidFill>
              </a:rPr>
              <a:t>Auggie</a:t>
            </a:r>
            <a:r>
              <a:rPr lang="pt-BR" dirty="0">
                <a:solidFill>
                  <a:schemeClr val="tx1"/>
                </a:solidFill>
              </a:rPr>
              <a:t> foi criado cercado pelo amor de sua família, onde fora alfabetizado por sua mãe Isabel </a:t>
            </a:r>
            <a:r>
              <a:rPr lang="pt-BR" dirty="0" err="1">
                <a:solidFill>
                  <a:schemeClr val="tx1"/>
                </a:solidFill>
              </a:rPr>
              <a:t>Pullman</a:t>
            </a:r>
            <a:r>
              <a:rPr lang="pt-BR" dirty="0">
                <a:solidFill>
                  <a:schemeClr val="tx1"/>
                </a:solidFill>
              </a:rPr>
              <a:t> (Julia Roberts, que dispensa apresentações) e poucas vezes saía de casa e quando o fazia, usava seu capacete da NASA que ganhara de presente e utilizava para evitar atrair olhares.</a:t>
            </a:r>
          </a:p>
          <a:p>
            <a:pPr marL="0" indent="0">
              <a:buNone/>
            </a:pPr>
            <a:endParaRPr lang="pt-BR" dirty="0"/>
          </a:p>
        </p:txBody>
      </p:sp>
    </p:spTree>
    <p:extLst>
      <p:ext uri="{BB962C8B-B14F-4D97-AF65-F5344CB8AC3E}">
        <p14:creationId xmlns:p14="http://schemas.microsoft.com/office/powerpoint/2010/main" val="1399760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5400" dirty="0"/>
              <a:t>Exemplo de resenha crítica:</a:t>
            </a:r>
            <a:endParaRPr lang="pt-BR" dirty="0"/>
          </a:p>
        </p:txBody>
      </p:sp>
      <p:sp>
        <p:nvSpPr>
          <p:cNvPr id="3" name="Espaço Reservado para Conteúdo 2"/>
          <p:cNvSpPr>
            <a:spLocks noGrp="1"/>
          </p:cNvSpPr>
          <p:nvPr>
            <p:ph idx="1"/>
          </p:nvPr>
        </p:nvSpPr>
        <p:spPr>
          <a:xfrm>
            <a:off x="939567" y="1124125"/>
            <a:ext cx="10805020" cy="5511566"/>
          </a:xfrm>
        </p:spPr>
        <p:txBody>
          <a:bodyPr>
            <a:normAutofit fontScale="70000" lnSpcReduction="20000"/>
          </a:bodyPr>
          <a:lstStyle/>
          <a:p>
            <a:r>
              <a:rPr lang="pt-BR" dirty="0">
                <a:solidFill>
                  <a:schemeClr val="tx1"/>
                </a:solidFill>
              </a:rPr>
              <a:t>“Extraordinário” aborda temas sensíveis como o </a:t>
            </a:r>
            <a:r>
              <a:rPr lang="pt-BR" i="1" dirty="0" err="1">
                <a:solidFill>
                  <a:schemeClr val="tx1"/>
                </a:solidFill>
              </a:rPr>
              <a:t>bullying</a:t>
            </a:r>
            <a:r>
              <a:rPr lang="pt-BR" dirty="0">
                <a:solidFill>
                  <a:schemeClr val="tx1"/>
                </a:solidFill>
              </a:rPr>
              <a:t>, mas não se deixa enveredar pelo peso do assunto. </a:t>
            </a:r>
            <a:r>
              <a:rPr lang="pt-BR" dirty="0" err="1">
                <a:solidFill>
                  <a:schemeClr val="tx1"/>
                </a:solidFill>
              </a:rPr>
              <a:t>Auggie</a:t>
            </a:r>
            <a:r>
              <a:rPr lang="pt-BR" dirty="0">
                <a:solidFill>
                  <a:schemeClr val="tx1"/>
                </a:solidFill>
              </a:rPr>
              <a:t> é interpretado por Jacob </a:t>
            </a:r>
            <a:r>
              <a:rPr lang="pt-BR" dirty="0" err="1">
                <a:solidFill>
                  <a:schemeClr val="tx1"/>
                </a:solidFill>
              </a:rPr>
              <a:t>Tramblay</a:t>
            </a:r>
            <a:r>
              <a:rPr lang="pt-BR" dirty="0">
                <a:solidFill>
                  <a:schemeClr val="tx1"/>
                </a:solidFill>
              </a:rPr>
              <a:t> (o queridinho ator mirim de Hollywood que assombrou o mundo por sua interpretação em “O quarto de Jack”) que o desenvolve com bravura e talento inquestionável. Aliás, não há um resquício sequer de Jack em </a:t>
            </a:r>
            <a:r>
              <a:rPr lang="pt-BR" dirty="0" err="1">
                <a:solidFill>
                  <a:schemeClr val="tx1"/>
                </a:solidFill>
              </a:rPr>
              <a:t>Auggie</a:t>
            </a:r>
            <a:r>
              <a:rPr lang="pt-BR" dirty="0">
                <a:solidFill>
                  <a:schemeClr val="tx1"/>
                </a:solidFill>
              </a:rPr>
              <a:t>.</a:t>
            </a:r>
          </a:p>
          <a:p>
            <a:r>
              <a:rPr lang="pt-BR" dirty="0">
                <a:solidFill>
                  <a:schemeClr val="tx1"/>
                </a:solidFill>
              </a:rPr>
              <a:t>A química entre Jacob e Julia é perfeita. Ela sabe transmitir emoção na medida quando toma a decisão de enviar seu filho aos 10 anos pela primeira vez para uma escola, por acreditar que ele deve interagir com o mundo. Sofremos junto com essa mãe no portão da escola, apreensiva e temerosa de que seu filho se machuque.</a:t>
            </a:r>
          </a:p>
          <a:p>
            <a:r>
              <a:rPr lang="pt-BR" dirty="0">
                <a:solidFill>
                  <a:schemeClr val="tx1"/>
                </a:solidFill>
              </a:rPr>
              <a:t>A irmã de </a:t>
            </a:r>
            <a:r>
              <a:rPr lang="pt-BR" dirty="0" err="1">
                <a:solidFill>
                  <a:schemeClr val="tx1"/>
                </a:solidFill>
              </a:rPr>
              <a:t>Auggie</a:t>
            </a:r>
            <a:r>
              <a:rPr lang="pt-BR" dirty="0">
                <a:solidFill>
                  <a:schemeClr val="tx1"/>
                </a:solidFill>
              </a:rPr>
              <a:t>, Olivia “Via” (</a:t>
            </a:r>
            <a:r>
              <a:rPr lang="pt-BR" dirty="0" err="1">
                <a:solidFill>
                  <a:schemeClr val="tx1"/>
                </a:solidFill>
              </a:rPr>
              <a:t>Izabela</a:t>
            </a:r>
            <a:r>
              <a:rPr lang="pt-BR" dirty="0">
                <a:solidFill>
                  <a:schemeClr val="tx1"/>
                </a:solidFill>
              </a:rPr>
              <a:t> </a:t>
            </a:r>
            <a:r>
              <a:rPr lang="pt-BR" dirty="0" err="1">
                <a:solidFill>
                  <a:schemeClr val="tx1"/>
                </a:solidFill>
              </a:rPr>
              <a:t>Vidovic</a:t>
            </a:r>
            <a:r>
              <a:rPr lang="pt-BR" dirty="0">
                <a:solidFill>
                  <a:schemeClr val="tx1"/>
                </a:solidFill>
              </a:rPr>
              <a:t>) é uma adolescente esquecida pelos pais por conta da condição do irmão, mas que não desenvolve aquele papel caricato que a idade empresta ao cinema, apresentando “</a:t>
            </a:r>
            <a:r>
              <a:rPr lang="pt-BR" dirty="0" err="1">
                <a:solidFill>
                  <a:schemeClr val="tx1"/>
                </a:solidFill>
              </a:rPr>
              <a:t>aborrecentes</a:t>
            </a:r>
            <a:r>
              <a:rPr lang="pt-BR" dirty="0">
                <a:solidFill>
                  <a:schemeClr val="tx1"/>
                </a:solidFill>
              </a:rPr>
              <a:t>” carentes de atenção. Assim como em seu filme “As vantagens de ser invisível”, </a:t>
            </a:r>
            <a:r>
              <a:rPr lang="pt-BR" dirty="0" err="1">
                <a:solidFill>
                  <a:schemeClr val="tx1"/>
                </a:solidFill>
              </a:rPr>
              <a:t>Chbosky</a:t>
            </a:r>
            <a:r>
              <a:rPr lang="pt-BR" dirty="0">
                <a:solidFill>
                  <a:schemeClr val="tx1"/>
                </a:solidFill>
              </a:rPr>
              <a:t> acerta na narrativa e na escolha do elenco, a exceção é Owen Wilson, interpretando </a:t>
            </a:r>
            <a:r>
              <a:rPr lang="pt-BR" dirty="0" err="1">
                <a:solidFill>
                  <a:schemeClr val="tx1"/>
                </a:solidFill>
              </a:rPr>
              <a:t>Nate</a:t>
            </a:r>
            <a:r>
              <a:rPr lang="pt-BR" dirty="0">
                <a:solidFill>
                  <a:schemeClr val="tx1"/>
                </a:solidFill>
              </a:rPr>
              <a:t>, pai do protagonista, que se esforça muito, mas nunca foi dos mais brilhantes. Menção honrosa à Sonia Braga que faz pequena participação em um diálogo marcante com sua neta, Via.</a:t>
            </a:r>
          </a:p>
          <a:p>
            <a:r>
              <a:rPr lang="pt-BR" dirty="0">
                <a:solidFill>
                  <a:schemeClr val="tx1"/>
                </a:solidFill>
              </a:rPr>
              <a:t>O filme é apresentado em forma de capítulos, em narrativa não-linear, tendo cada um o nome de um personagem, tal qual no livro e neste formato somos brindados com a com a história sendo contada em cada momento sob a ótica de cada um, transmitindo emoções diferentes de um mesmo acontecimento.</a:t>
            </a:r>
          </a:p>
          <a:p>
            <a:r>
              <a:rPr lang="pt-BR" dirty="0">
                <a:solidFill>
                  <a:schemeClr val="tx1"/>
                </a:solidFill>
              </a:rPr>
              <a:t>De modo geral, “Extraordinário” é um filme </a:t>
            </a:r>
            <a:r>
              <a:rPr lang="pt-BR" i="1" dirty="0" err="1">
                <a:solidFill>
                  <a:schemeClr val="tx1"/>
                </a:solidFill>
              </a:rPr>
              <a:t>good</a:t>
            </a:r>
            <a:r>
              <a:rPr lang="pt-BR" i="1" dirty="0">
                <a:solidFill>
                  <a:schemeClr val="tx1"/>
                </a:solidFill>
              </a:rPr>
              <a:t> </a:t>
            </a:r>
            <a:r>
              <a:rPr lang="pt-BR" i="1" dirty="0" err="1">
                <a:solidFill>
                  <a:schemeClr val="tx1"/>
                </a:solidFill>
              </a:rPr>
              <a:t>vibe</a:t>
            </a:r>
            <a:r>
              <a:rPr lang="pt-BR" dirty="0">
                <a:solidFill>
                  <a:schemeClr val="tx1"/>
                </a:solidFill>
              </a:rPr>
              <a:t>, em que o expectador irá se sentir bem. Mesmo nas partes mais dolorosas em que o </a:t>
            </a:r>
            <a:r>
              <a:rPr lang="pt-BR" i="1" dirty="0" err="1">
                <a:solidFill>
                  <a:schemeClr val="tx1"/>
                </a:solidFill>
              </a:rPr>
              <a:t>bullying</a:t>
            </a:r>
            <a:r>
              <a:rPr lang="pt-BR" dirty="0">
                <a:solidFill>
                  <a:schemeClr val="tx1"/>
                </a:solidFill>
              </a:rPr>
              <a:t> e o sofrimento ficam mais evidentes, somos agraciados com o encanto do protagonista e nos compadecemos de seu pesar. As piadas são leves, bem-humoradas e com sacadas ótimas, como aquelas em que envolvem o universo de Star Wars, tema recorrente ao qual o nosso pequeno herói é apaixonado. Não tem como não se emocionar quando </a:t>
            </a:r>
            <a:r>
              <a:rPr lang="pt-BR" dirty="0" err="1">
                <a:solidFill>
                  <a:schemeClr val="tx1"/>
                </a:solidFill>
              </a:rPr>
              <a:t>Auggie</a:t>
            </a:r>
            <a:r>
              <a:rPr lang="pt-BR" dirty="0">
                <a:solidFill>
                  <a:schemeClr val="tx1"/>
                </a:solidFill>
              </a:rPr>
              <a:t> afirma de todo coração que gosta mais de </a:t>
            </a:r>
            <a:r>
              <a:rPr lang="pt-BR" i="1" dirty="0">
                <a:solidFill>
                  <a:schemeClr val="tx1"/>
                </a:solidFill>
              </a:rPr>
              <a:t>Halloween</a:t>
            </a:r>
            <a:r>
              <a:rPr lang="pt-BR" dirty="0">
                <a:solidFill>
                  <a:schemeClr val="tx1"/>
                </a:solidFill>
              </a:rPr>
              <a:t> do que do Natal porque ele pode usar uma máscara e andar de cabeça erguida brincando e se divertindo sem que seja alvo de olhares, ou quando aflora sua amizade com Jack Will, nos cativando com a pureza da amizade entre crianças.</a:t>
            </a:r>
          </a:p>
          <a:p>
            <a:r>
              <a:rPr lang="pt-BR" dirty="0">
                <a:solidFill>
                  <a:schemeClr val="tx1"/>
                </a:solidFill>
              </a:rPr>
              <a:t>É claro que existe um tantinho de clichê, afinal filmes com o desejo de transmitir uma boa mensagem são assim mesmo, mas o recado final é de que existe bondade e maldade em qualquer idade e emprestando a frase do livro/filme reitero: “</a:t>
            </a:r>
            <a:r>
              <a:rPr lang="pt-BR" i="1" dirty="0">
                <a:solidFill>
                  <a:schemeClr val="tx1"/>
                </a:solidFill>
              </a:rPr>
              <a:t>Quando tiver que escolher entre estar certo e ser gentil, escolha ser gentil</a:t>
            </a:r>
            <a:r>
              <a:rPr lang="pt-BR" dirty="0">
                <a:solidFill>
                  <a:schemeClr val="tx1"/>
                </a:solidFill>
              </a:rPr>
              <a:t>”</a:t>
            </a:r>
          </a:p>
          <a:p>
            <a:endParaRPr lang="pt-BR" dirty="0"/>
          </a:p>
        </p:txBody>
      </p:sp>
    </p:spTree>
    <p:extLst>
      <p:ext uri="{BB962C8B-B14F-4D97-AF65-F5344CB8AC3E}">
        <p14:creationId xmlns:p14="http://schemas.microsoft.com/office/powerpoint/2010/main" val="474381519"/>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171312"/>
      </a:dk2>
      <a:lt2>
        <a:srgbClr val="F7F0DF"/>
      </a:lt2>
      <a:accent1>
        <a:srgbClr val="53AE6E"/>
      </a:accent1>
      <a:accent2>
        <a:srgbClr val="326267"/>
      </a:accent2>
      <a:accent3>
        <a:srgbClr val="C5C34A"/>
      </a:accent3>
      <a:accent4>
        <a:srgbClr val="BF6546"/>
      </a:accent4>
      <a:accent5>
        <a:srgbClr val="81B5A8"/>
      </a:accent5>
      <a:accent6>
        <a:srgbClr val="636455"/>
      </a:accent6>
      <a:hlink>
        <a:srgbClr val="81B5A8"/>
      </a:hlink>
      <a:folHlink>
        <a:srgbClr val="936888"/>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A1A3E1F0-B5EF-49C5-810A-B1B32AEDDC80}"/>
    </a:ext>
  </a:extLst>
</a:theme>
</file>

<file path=docProps/app.xml><?xml version="1.0" encoding="utf-8"?>
<Properties xmlns="http://schemas.openxmlformats.org/officeDocument/2006/extended-properties" xmlns:vt="http://schemas.openxmlformats.org/officeDocument/2006/docPropsVTypes">
  <TotalTime>118</TotalTime>
  <Words>989</Words>
  <Application>Microsoft Office PowerPoint</Application>
  <PresentationFormat>Widescreen</PresentationFormat>
  <Paragraphs>35</Paragraphs>
  <Slides>7</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7</vt:i4>
      </vt:variant>
    </vt:vector>
  </HeadingPairs>
  <TitlesOfParts>
    <vt:vector size="11" baseType="lpstr">
      <vt:lpstr>Arial</vt:lpstr>
      <vt:lpstr>Candara</vt:lpstr>
      <vt:lpstr>Gill Sans MT</vt:lpstr>
      <vt:lpstr>Badge</vt:lpstr>
      <vt:lpstr>A  resenha</vt:lpstr>
      <vt:lpstr>O que é resenha, segundo o houaiss?</vt:lpstr>
      <vt:lpstr>Qual a diferença entre resumo e resenha? </vt:lpstr>
      <vt:lpstr>Tipos de resenha: resenha crítica</vt:lpstr>
      <vt:lpstr>Estrutura</vt:lpstr>
      <vt:lpstr>Exemplo de resenha crítica:</vt:lpstr>
      <vt:lpstr>Exemplo de resenha crítica: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resenha</dc:title>
  <dc:creator>prisc</dc:creator>
  <cp:lastModifiedBy>32783</cp:lastModifiedBy>
  <cp:revision>2</cp:revision>
  <dcterms:created xsi:type="dcterms:W3CDTF">2020-04-13T18:02:46Z</dcterms:created>
  <dcterms:modified xsi:type="dcterms:W3CDTF">2021-04-07T00:14:34Z</dcterms:modified>
</cp:coreProperties>
</file>